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ED9CF4-2FEE-450F-ADF2-2F0DA6E64074}" type="doc">
      <dgm:prSet loTypeId="urn:microsoft.com/office/officeart/2005/8/layout/default" loCatId="list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548143-E653-4BA2-8870-5D9E58D9F22E}">
      <dgm:prSet phldrT="[Text]"/>
      <dgm:spPr/>
      <dgm:t>
        <a:bodyPr/>
        <a:lstStyle/>
        <a:p>
          <a:pPr>
            <a:buNone/>
          </a:pPr>
          <a:r>
            <a:rPr lang="en-US" b="1" dirty="0"/>
            <a:t>Disk Analysis:</a:t>
          </a:r>
          <a:endParaRPr lang="en-US" dirty="0"/>
        </a:p>
      </dgm:t>
    </dgm:pt>
    <dgm:pt modelId="{F89DA318-A036-4B71-9111-8A60BA953A00}" type="parTrans" cxnId="{D153E96E-2739-44AC-8682-E460DFB5BE77}">
      <dgm:prSet/>
      <dgm:spPr/>
      <dgm:t>
        <a:bodyPr/>
        <a:lstStyle/>
        <a:p>
          <a:endParaRPr lang="en-US"/>
        </a:p>
      </dgm:t>
    </dgm:pt>
    <dgm:pt modelId="{4809D5AA-42DE-4770-87B5-1320900F365F}" type="sibTrans" cxnId="{D153E96E-2739-44AC-8682-E460DFB5BE77}">
      <dgm:prSet/>
      <dgm:spPr/>
      <dgm:t>
        <a:bodyPr/>
        <a:lstStyle/>
        <a:p>
          <a:endParaRPr lang="en-US"/>
        </a:p>
      </dgm:t>
    </dgm:pt>
    <dgm:pt modelId="{A79C91CF-430A-41AF-978D-CC577E8488C8}">
      <dgm:prSet/>
      <dgm:spPr/>
      <dgm:t>
        <a:bodyPr/>
        <a:lstStyle/>
        <a:p>
          <a:pPr>
            <a:buNone/>
          </a:pPr>
          <a:r>
            <a:rPr lang="en-US" b="1" dirty="0"/>
            <a:t>Memory Analysis</a:t>
          </a:r>
          <a:endParaRPr lang="en-US" dirty="0"/>
        </a:p>
      </dgm:t>
    </dgm:pt>
    <dgm:pt modelId="{AD46F464-8520-410E-8383-1C9C8CAD9EC7}" type="parTrans" cxnId="{BD806752-9A4B-449F-81A2-BF586449A67F}">
      <dgm:prSet/>
      <dgm:spPr/>
      <dgm:t>
        <a:bodyPr/>
        <a:lstStyle/>
        <a:p>
          <a:endParaRPr lang="en-US"/>
        </a:p>
      </dgm:t>
    </dgm:pt>
    <dgm:pt modelId="{2104E298-10ED-45D3-B459-E123F8E482FB}" type="sibTrans" cxnId="{BD806752-9A4B-449F-81A2-BF586449A67F}">
      <dgm:prSet/>
      <dgm:spPr/>
      <dgm:t>
        <a:bodyPr/>
        <a:lstStyle/>
        <a:p>
          <a:endParaRPr lang="en-US"/>
        </a:p>
      </dgm:t>
    </dgm:pt>
    <dgm:pt modelId="{C636C119-C2EA-493B-A8C9-1EB376BA822B}">
      <dgm:prSet/>
      <dgm:spPr/>
      <dgm:t>
        <a:bodyPr/>
        <a:lstStyle/>
        <a:p>
          <a:pPr>
            <a:buNone/>
          </a:pPr>
          <a:r>
            <a:rPr lang="en-US" b="1" dirty="0"/>
            <a:t>Network Analysis:</a:t>
          </a:r>
          <a:endParaRPr lang="en-US" dirty="0"/>
        </a:p>
      </dgm:t>
    </dgm:pt>
    <dgm:pt modelId="{DF7E8382-4CD9-46FC-A46B-6B5A3277747D}" type="parTrans" cxnId="{AAE4B896-4F89-4799-8915-801B5EA064E1}">
      <dgm:prSet/>
      <dgm:spPr/>
      <dgm:t>
        <a:bodyPr/>
        <a:lstStyle/>
        <a:p>
          <a:endParaRPr lang="en-US"/>
        </a:p>
      </dgm:t>
    </dgm:pt>
    <dgm:pt modelId="{86DCE7D8-E396-4DE1-B5D5-63823FEA13C2}" type="sibTrans" cxnId="{AAE4B896-4F89-4799-8915-801B5EA064E1}">
      <dgm:prSet/>
      <dgm:spPr/>
      <dgm:t>
        <a:bodyPr/>
        <a:lstStyle/>
        <a:p>
          <a:endParaRPr lang="en-US"/>
        </a:p>
      </dgm:t>
    </dgm:pt>
    <dgm:pt modelId="{7CCCCA42-D2FA-4039-B8B4-EED08EACB7F6}">
      <dgm:prSet/>
      <dgm:spPr/>
      <dgm:t>
        <a:bodyPr/>
        <a:lstStyle/>
        <a:p>
          <a:pPr>
            <a:buNone/>
          </a:pPr>
          <a:r>
            <a:rPr lang="en-US" b="1" dirty="0"/>
            <a:t>Integrity Verification:</a:t>
          </a:r>
          <a:endParaRPr lang="en-US" dirty="0"/>
        </a:p>
      </dgm:t>
    </dgm:pt>
    <dgm:pt modelId="{80D81BB9-97AD-411C-8FF6-54BD2E9296CA}" type="parTrans" cxnId="{E6C31128-2D9B-45F8-8D78-D23029885038}">
      <dgm:prSet/>
      <dgm:spPr/>
      <dgm:t>
        <a:bodyPr/>
        <a:lstStyle/>
        <a:p>
          <a:endParaRPr lang="en-US"/>
        </a:p>
      </dgm:t>
    </dgm:pt>
    <dgm:pt modelId="{3D6B1A28-7E1B-48CB-8C32-22BC8C17C15D}" type="sibTrans" cxnId="{E6C31128-2D9B-45F8-8D78-D23029885038}">
      <dgm:prSet/>
      <dgm:spPr/>
      <dgm:t>
        <a:bodyPr/>
        <a:lstStyle/>
        <a:p>
          <a:endParaRPr lang="en-US"/>
        </a:p>
      </dgm:t>
    </dgm:pt>
    <dgm:pt modelId="{BBF049F2-4DE4-4DD7-AE43-557F693544FF}">
      <dgm:prSet/>
      <dgm:spPr/>
      <dgm:t>
        <a:bodyPr/>
        <a:lstStyle/>
        <a:p>
          <a:pPr>
            <a:buNone/>
          </a:pPr>
          <a:r>
            <a:rPr lang="en-US" b="1" dirty="0"/>
            <a:t>Mounting Tools:</a:t>
          </a:r>
          <a:endParaRPr lang="en-US" dirty="0"/>
        </a:p>
      </dgm:t>
    </dgm:pt>
    <dgm:pt modelId="{9893F814-132B-44B9-9D84-ECB3E2575EAD}" type="parTrans" cxnId="{3EBB1C34-76C4-4410-9B4D-1061CB0F7CE4}">
      <dgm:prSet/>
      <dgm:spPr/>
      <dgm:t>
        <a:bodyPr/>
        <a:lstStyle/>
        <a:p>
          <a:endParaRPr lang="en-US"/>
        </a:p>
      </dgm:t>
    </dgm:pt>
    <dgm:pt modelId="{92215443-4B74-4CB4-AD28-FC181877C6F9}" type="sibTrans" cxnId="{3EBB1C34-76C4-4410-9B4D-1061CB0F7CE4}">
      <dgm:prSet/>
      <dgm:spPr/>
      <dgm:t>
        <a:bodyPr/>
        <a:lstStyle/>
        <a:p>
          <a:endParaRPr lang="en-US"/>
        </a:p>
      </dgm:t>
    </dgm:pt>
    <dgm:pt modelId="{59364A17-79CA-483C-84F5-BE140CD80A08}">
      <dgm:prSet phldrT="[Text]"/>
      <dgm:spPr/>
      <dgm:t>
        <a:bodyPr/>
        <a:lstStyle/>
        <a:p>
          <a:pPr>
            <a:buNone/>
          </a:pPr>
          <a:r>
            <a:rPr lang="en-US" dirty="0"/>
            <a:t>FTK Imager</a:t>
          </a:r>
        </a:p>
      </dgm:t>
    </dgm:pt>
    <dgm:pt modelId="{D23B8165-BBE3-4814-8E86-434E8CB92AB8}" type="parTrans" cxnId="{FB3A4A6F-2210-4E39-82D5-1AF910D98026}">
      <dgm:prSet/>
      <dgm:spPr/>
      <dgm:t>
        <a:bodyPr/>
        <a:lstStyle/>
        <a:p>
          <a:endParaRPr lang="en-US"/>
        </a:p>
      </dgm:t>
    </dgm:pt>
    <dgm:pt modelId="{E94738CA-5638-43A9-B01B-5109C397A2A6}" type="sibTrans" cxnId="{FB3A4A6F-2210-4E39-82D5-1AF910D98026}">
      <dgm:prSet/>
      <dgm:spPr/>
      <dgm:t>
        <a:bodyPr/>
        <a:lstStyle/>
        <a:p>
          <a:endParaRPr lang="en-US"/>
        </a:p>
      </dgm:t>
    </dgm:pt>
    <dgm:pt modelId="{775DE0FF-14DC-4779-8967-724D96448C87}">
      <dgm:prSet phldrT="[Text]"/>
      <dgm:spPr/>
      <dgm:t>
        <a:bodyPr/>
        <a:lstStyle/>
        <a:p>
          <a:pPr>
            <a:buNone/>
          </a:pPr>
          <a:r>
            <a:rPr lang="en-US" dirty="0"/>
            <a:t>Autopsy</a:t>
          </a:r>
        </a:p>
      </dgm:t>
    </dgm:pt>
    <dgm:pt modelId="{47EFB561-A67D-4608-B4C6-E7EA16154A3F}" type="parTrans" cxnId="{7ED713DA-2738-4756-879F-5F64CDD771B1}">
      <dgm:prSet/>
      <dgm:spPr/>
      <dgm:t>
        <a:bodyPr/>
        <a:lstStyle/>
        <a:p>
          <a:endParaRPr lang="en-US"/>
        </a:p>
      </dgm:t>
    </dgm:pt>
    <dgm:pt modelId="{61A3ED08-15F0-4CFC-AE75-AF49935D1247}" type="sibTrans" cxnId="{7ED713DA-2738-4756-879F-5F64CDD771B1}">
      <dgm:prSet/>
      <dgm:spPr/>
      <dgm:t>
        <a:bodyPr/>
        <a:lstStyle/>
        <a:p>
          <a:endParaRPr lang="en-US"/>
        </a:p>
      </dgm:t>
    </dgm:pt>
    <dgm:pt modelId="{D45A6B88-622D-40EE-B1E2-70447B0FD7F1}">
      <dgm:prSet/>
      <dgm:spPr/>
      <dgm:t>
        <a:bodyPr/>
        <a:lstStyle/>
        <a:p>
          <a:pPr>
            <a:buNone/>
          </a:pPr>
          <a:r>
            <a:rPr lang="en-US" dirty="0"/>
            <a:t>Volatility</a:t>
          </a:r>
        </a:p>
      </dgm:t>
    </dgm:pt>
    <dgm:pt modelId="{9BF978AB-75EC-46D7-9E63-CD973555C841}" type="parTrans" cxnId="{CDC14058-FB45-4338-87BA-63E3EA2EABF9}">
      <dgm:prSet/>
      <dgm:spPr/>
      <dgm:t>
        <a:bodyPr/>
        <a:lstStyle/>
        <a:p>
          <a:endParaRPr lang="en-US"/>
        </a:p>
      </dgm:t>
    </dgm:pt>
    <dgm:pt modelId="{B39ECD83-37B1-4CEE-AE78-58A2618019A0}" type="sibTrans" cxnId="{CDC14058-FB45-4338-87BA-63E3EA2EABF9}">
      <dgm:prSet/>
      <dgm:spPr/>
      <dgm:t>
        <a:bodyPr/>
        <a:lstStyle/>
        <a:p>
          <a:endParaRPr lang="en-US"/>
        </a:p>
      </dgm:t>
    </dgm:pt>
    <dgm:pt modelId="{7C49F155-8609-4443-960B-B81922FC0479}">
      <dgm:prSet/>
      <dgm:spPr/>
      <dgm:t>
        <a:bodyPr/>
        <a:lstStyle/>
        <a:p>
          <a:pPr>
            <a:buNone/>
          </a:pPr>
          <a:r>
            <a:rPr lang="en-US" dirty="0"/>
            <a:t>Wireshark</a:t>
          </a:r>
        </a:p>
      </dgm:t>
    </dgm:pt>
    <dgm:pt modelId="{64112A49-EAF4-4094-AEAE-3E6852911297}" type="parTrans" cxnId="{E24DA71F-EB39-4CF2-BEC9-D66BBC6E54DF}">
      <dgm:prSet/>
      <dgm:spPr/>
      <dgm:t>
        <a:bodyPr/>
        <a:lstStyle/>
        <a:p>
          <a:endParaRPr lang="en-US"/>
        </a:p>
      </dgm:t>
    </dgm:pt>
    <dgm:pt modelId="{40BC7400-5CDA-4CFE-9E08-7003E136984F}" type="sibTrans" cxnId="{E24DA71F-EB39-4CF2-BEC9-D66BBC6E54DF}">
      <dgm:prSet/>
      <dgm:spPr/>
      <dgm:t>
        <a:bodyPr/>
        <a:lstStyle/>
        <a:p>
          <a:endParaRPr lang="en-US"/>
        </a:p>
      </dgm:t>
    </dgm:pt>
    <dgm:pt modelId="{6D5B1B9F-09A1-4356-A8DA-B8B21958DDE6}">
      <dgm:prSet/>
      <dgm:spPr/>
      <dgm:t>
        <a:bodyPr/>
        <a:lstStyle/>
        <a:p>
          <a:pPr>
            <a:buNone/>
          </a:pPr>
          <a:r>
            <a:rPr lang="en-US" dirty="0"/>
            <a:t>MD5</a:t>
          </a:r>
        </a:p>
      </dgm:t>
    </dgm:pt>
    <dgm:pt modelId="{BC948B87-F776-4320-A188-F59E30E34781}" type="parTrans" cxnId="{559BC5B3-A5FE-4863-9AFC-F016AEA79A6E}">
      <dgm:prSet/>
      <dgm:spPr/>
      <dgm:t>
        <a:bodyPr/>
        <a:lstStyle/>
        <a:p>
          <a:endParaRPr lang="en-US"/>
        </a:p>
      </dgm:t>
    </dgm:pt>
    <dgm:pt modelId="{BE999F16-EB02-4CA4-8A90-6510D7C00A0F}" type="sibTrans" cxnId="{559BC5B3-A5FE-4863-9AFC-F016AEA79A6E}">
      <dgm:prSet/>
      <dgm:spPr/>
      <dgm:t>
        <a:bodyPr/>
        <a:lstStyle/>
        <a:p>
          <a:endParaRPr lang="en-US"/>
        </a:p>
      </dgm:t>
    </dgm:pt>
    <dgm:pt modelId="{EFC19822-078E-414E-9D44-07AF38DE6593}">
      <dgm:prSet/>
      <dgm:spPr/>
      <dgm:t>
        <a:bodyPr/>
        <a:lstStyle/>
        <a:p>
          <a:pPr>
            <a:buNone/>
          </a:pPr>
          <a:r>
            <a:rPr lang="en-US" dirty="0" err="1"/>
            <a:t>Ewf</a:t>
          </a:r>
          <a:r>
            <a:rPr lang="en-US" dirty="0"/>
            <a:t>-tools</a:t>
          </a:r>
        </a:p>
      </dgm:t>
    </dgm:pt>
    <dgm:pt modelId="{4BECBD37-F289-44C3-98BB-ABB445BD2A75}" type="parTrans" cxnId="{D0C67705-63D6-4639-BCEB-F538B52FD036}">
      <dgm:prSet/>
      <dgm:spPr/>
      <dgm:t>
        <a:bodyPr/>
        <a:lstStyle/>
        <a:p>
          <a:endParaRPr lang="en-US"/>
        </a:p>
      </dgm:t>
    </dgm:pt>
    <dgm:pt modelId="{1B0B65BF-235A-4197-9D1D-4EA69B38C54E}" type="sibTrans" cxnId="{D0C67705-63D6-4639-BCEB-F538B52FD036}">
      <dgm:prSet/>
      <dgm:spPr/>
      <dgm:t>
        <a:bodyPr/>
        <a:lstStyle/>
        <a:p>
          <a:endParaRPr lang="en-US"/>
        </a:p>
      </dgm:t>
    </dgm:pt>
    <dgm:pt modelId="{F1E253A2-443A-420C-9C54-34532070D0BB}">
      <dgm:prSet/>
      <dgm:spPr/>
      <dgm:t>
        <a:bodyPr/>
        <a:lstStyle/>
        <a:p>
          <a:pPr>
            <a:buNone/>
          </a:pPr>
          <a:r>
            <a:rPr lang="en-US" dirty="0"/>
            <a:t>Loop devices</a:t>
          </a:r>
        </a:p>
      </dgm:t>
    </dgm:pt>
    <dgm:pt modelId="{D4C1ADC2-2528-4B35-8752-37C110A78692}" type="parTrans" cxnId="{98D77D47-DB7F-4C53-93AA-9AD4CBDF4E52}">
      <dgm:prSet/>
      <dgm:spPr/>
      <dgm:t>
        <a:bodyPr/>
        <a:lstStyle/>
        <a:p>
          <a:endParaRPr lang="en-US"/>
        </a:p>
      </dgm:t>
    </dgm:pt>
    <dgm:pt modelId="{7483FE57-85FD-42A2-AC56-AE61123DAAC5}" type="sibTrans" cxnId="{98D77D47-DB7F-4C53-93AA-9AD4CBDF4E52}">
      <dgm:prSet/>
      <dgm:spPr/>
      <dgm:t>
        <a:bodyPr/>
        <a:lstStyle/>
        <a:p>
          <a:endParaRPr lang="en-US"/>
        </a:p>
      </dgm:t>
    </dgm:pt>
    <dgm:pt modelId="{F5BCA406-EB7D-44D8-B580-16FE14C1438D}">
      <dgm:prSet/>
      <dgm:spPr/>
      <dgm:t>
        <a:bodyPr/>
        <a:lstStyle/>
        <a:p>
          <a:pPr>
            <a:buNone/>
          </a:pPr>
          <a:r>
            <a:rPr lang="en-US"/>
            <a:t>SHA1 hashes</a:t>
          </a:r>
          <a:endParaRPr lang="en-US" dirty="0"/>
        </a:p>
      </dgm:t>
    </dgm:pt>
    <dgm:pt modelId="{58DFB3C0-036C-4D9A-8ACC-750DA835CC47}" type="parTrans" cxnId="{0DF1FD70-6D69-49FB-A153-D8EE0FE54881}">
      <dgm:prSet/>
      <dgm:spPr/>
      <dgm:t>
        <a:bodyPr/>
        <a:lstStyle/>
        <a:p>
          <a:endParaRPr lang="en-US"/>
        </a:p>
      </dgm:t>
    </dgm:pt>
    <dgm:pt modelId="{E4844982-2378-4A71-A98E-B2390A67DFA7}" type="sibTrans" cxnId="{0DF1FD70-6D69-49FB-A153-D8EE0FE54881}">
      <dgm:prSet/>
      <dgm:spPr/>
      <dgm:t>
        <a:bodyPr/>
        <a:lstStyle/>
        <a:p>
          <a:endParaRPr lang="en-US"/>
        </a:p>
      </dgm:t>
    </dgm:pt>
    <dgm:pt modelId="{1BE1AE4A-255C-4B11-829F-849B29046174}" type="pres">
      <dgm:prSet presAssocID="{D8ED9CF4-2FEE-450F-ADF2-2F0DA6E64074}" presName="diagram" presStyleCnt="0">
        <dgm:presLayoutVars>
          <dgm:dir/>
          <dgm:resizeHandles val="exact"/>
        </dgm:presLayoutVars>
      </dgm:prSet>
      <dgm:spPr/>
    </dgm:pt>
    <dgm:pt modelId="{7F5CD86F-EC22-4DF8-9E86-3EC7AEBE01E0}" type="pres">
      <dgm:prSet presAssocID="{F3548143-E653-4BA2-8870-5D9E58D9F22E}" presName="node" presStyleLbl="node1" presStyleIdx="0" presStyleCnt="5">
        <dgm:presLayoutVars>
          <dgm:bulletEnabled val="1"/>
        </dgm:presLayoutVars>
      </dgm:prSet>
      <dgm:spPr/>
    </dgm:pt>
    <dgm:pt modelId="{39109AF5-3868-4104-B413-F60B05942C6A}" type="pres">
      <dgm:prSet presAssocID="{4809D5AA-42DE-4770-87B5-1320900F365F}" presName="sibTrans" presStyleCnt="0"/>
      <dgm:spPr/>
    </dgm:pt>
    <dgm:pt modelId="{2DB6EE14-DD88-4325-B6F2-7F75A6DCFB3B}" type="pres">
      <dgm:prSet presAssocID="{A79C91CF-430A-41AF-978D-CC577E8488C8}" presName="node" presStyleLbl="node1" presStyleIdx="1" presStyleCnt="5">
        <dgm:presLayoutVars>
          <dgm:bulletEnabled val="1"/>
        </dgm:presLayoutVars>
      </dgm:prSet>
      <dgm:spPr/>
    </dgm:pt>
    <dgm:pt modelId="{F516360B-941A-4B15-A34D-1A514F4455F3}" type="pres">
      <dgm:prSet presAssocID="{2104E298-10ED-45D3-B459-E123F8E482FB}" presName="sibTrans" presStyleCnt="0"/>
      <dgm:spPr/>
    </dgm:pt>
    <dgm:pt modelId="{5E8C8812-6239-4D01-ADA3-C63822C96812}" type="pres">
      <dgm:prSet presAssocID="{C636C119-C2EA-493B-A8C9-1EB376BA822B}" presName="node" presStyleLbl="node1" presStyleIdx="2" presStyleCnt="5">
        <dgm:presLayoutVars>
          <dgm:bulletEnabled val="1"/>
        </dgm:presLayoutVars>
      </dgm:prSet>
      <dgm:spPr/>
    </dgm:pt>
    <dgm:pt modelId="{0E3DF904-B6B2-4BA8-B652-C413D6C8DEDB}" type="pres">
      <dgm:prSet presAssocID="{86DCE7D8-E396-4DE1-B5D5-63823FEA13C2}" presName="sibTrans" presStyleCnt="0"/>
      <dgm:spPr/>
    </dgm:pt>
    <dgm:pt modelId="{A4493524-61BC-4EF9-B3AE-B45A6EA42035}" type="pres">
      <dgm:prSet presAssocID="{7CCCCA42-D2FA-4039-B8B4-EED08EACB7F6}" presName="node" presStyleLbl="node1" presStyleIdx="3" presStyleCnt="5">
        <dgm:presLayoutVars>
          <dgm:bulletEnabled val="1"/>
        </dgm:presLayoutVars>
      </dgm:prSet>
      <dgm:spPr/>
    </dgm:pt>
    <dgm:pt modelId="{99824399-16A8-45B7-B53F-DA9469DAE65C}" type="pres">
      <dgm:prSet presAssocID="{3D6B1A28-7E1B-48CB-8C32-22BC8C17C15D}" presName="sibTrans" presStyleCnt="0"/>
      <dgm:spPr/>
    </dgm:pt>
    <dgm:pt modelId="{06EB77FC-95D2-4633-9BC0-0B99E4AE0591}" type="pres">
      <dgm:prSet presAssocID="{BBF049F2-4DE4-4DD7-AE43-557F693544FF}" presName="node" presStyleLbl="node1" presStyleIdx="4" presStyleCnt="5">
        <dgm:presLayoutVars>
          <dgm:bulletEnabled val="1"/>
        </dgm:presLayoutVars>
      </dgm:prSet>
      <dgm:spPr/>
    </dgm:pt>
  </dgm:ptLst>
  <dgm:cxnLst>
    <dgm:cxn modelId="{D0C67705-63D6-4639-BCEB-F538B52FD036}" srcId="{BBF049F2-4DE4-4DD7-AE43-557F693544FF}" destId="{EFC19822-078E-414E-9D44-07AF38DE6593}" srcOrd="0" destOrd="0" parTransId="{4BECBD37-F289-44C3-98BB-ABB445BD2A75}" sibTransId="{1B0B65BF-235A-4197-9D1D-4EA69B38C54E}"/>
    <dgm:cxn modelId="{AF1AE10E-8D9B-4B3B-8691-7762ECDC3EF3}" type="presOf" srcId="{F3548143-E653-4BA2-8870-5D9E58D9F22E}" destId="{7F5CD86F-EC22-4DF8-9E86-3EC7AEBE01E0}" srcOrd="0" destOrd="0" presId="urn:microsoft.com/office/officeart/2005/8/layout/default"/>
    <dgm:cxn modelId="{B9942717-C908-47F2-B2E7-8CBA0B87264E}" type="presOf" srcId="{A79C91CF-430A-41AF-978D-CC577E8488C8}" destId="{2DB6EE14-DD88-4325-B6F2-7F75A6DCFB3B}" srcOrd="0" destOrd="0" presId="urn:microsoft.com/office/officeart/2005/8/layout/default"/>
    <dgm:cxn modelId="{28905D1F-FDEF-4CE0-9A52-219116CDE255}" type="presOf" srcId="{F1E253A2-443A-420C-9C54-34532070D0BB}" destId="{06EB77FC-95D2-4633-9BC0-0B99E4AE0591}" srcOrd="0" destOrd="2" presId="urn:microsoft.com/office/officeart/2005/8/layout/default"/>
    <dgm:cxn modelId="{E24DA71F-EB39-4CF2-BEC9-D66BBC6E54DF}" srcId="{C636C119-C2EA-493B-A8C9-1EB376BA822B}" destId="{7C49F155-8609-4443-960B-B81922FC0479}" srcOrd="0" destOrd="0" parTransId="{64112A49-EAF4-4094-AEAE-3E6852911297}" sibTransId="{40BC7400-5CDA-4CFE-9E08-7003E136984F}"/>
    <dgm:cxn modelId="{E6C31128-2D9B-45F8-8D78-D23029885038}" srcId="{D8ED9CF4-2FEE-450F-ADF2-2F0DA6E64074}" destId="{7CCCCA42-D2FA-4039-B8B4-EED08EACB7F6}" srcOrd="3" destOrd="0" parTransId="{80D81BB9-97AD-411C-8FF6-54BD2E9296CA}" sibTransId="{3D6B1A28-7E1B-48CB-8C32-22BC8C17C15D}"/>
    <dgm:cxn modelId="{0C4B8B2F-277C-4673-B120-DFBF2DB8D926}" type="presOf" srcId="{F5BCA406-EB7D-44D8-B580-16FE14C1438D}" destId="{A4493524-61BC-4EF9-B3AE-B45A6EA42035}" srcOrd="0" destOrd="2" presId="urn:microsoft.com/office/officeart/2005/8/layout/default"/>
    <dgm:cxn modelId="{74B4BB30-1FEA-4D5A-BBC7-0865DFF2E595}" type="presOf" srcId="{D45A6B88-622D-40EE-B1E2-70447B0FD7F1}" destId="{2DB6EE14-DD88-4325-B6F2-7F75A6DCFB3B}" srcOrd="0" destOrd="1" presId="urn:microsoft.com/office/officeart/2005/8/layout/default"/>
    <dgm:cxn modelId="{42306732-1C6F-4004-A817-54E99FDAE820}" type="presOf" srcId="{D8ED9CF4-2FEE-450F-ADF2-2F0DA6E64074}" destId="{1BE1AE4A-255C-4B11-829F-849B29046174}" srcOrd="0" destOrd="0" presId="urn:microsoft.com/office/officeart/2005/8/layout/default"/>
    <dgm:cxn modelId="{3EBB1C34-76C4-4410-9B4D-1061CB0F7CE4}" srcId="{D8ED9CF4-2FEE-450F-ADF2-2F0DA6E64074}" destId="{BBF049F2-4DE4-4DD7-AE43-557F693544FF}" srcOrd="4" destOrd="0" parTransId="{9893F814-132B-44B9-9D84-ECB3E2575EAD}" sibTransId="{92215443-4B74-4CB4-AD28-FC181877C6F9}"/>
    <dgm:cxn modelId="{3CF54E37-B1BC-4AC7-8147-C7C0E0E55B2E}" type="presOf" srcId="{59364A17-79CA-483C-84F5-BE140CD80A08}" destId="{7F5CD86F-EC22-4DF8-9E86-3EC7AEBE01E0}" srcOrd="0" destOrd="1" presId="urn:microsoft.com/office/officeart/2005/8/layout/default"/>
    <dgm:cxn modelId="{98D77D47-DB7F-4C53-93AA-9AD4CBDF4E52}" srcId="{BBF049F2-4DE4-4DD7-AE43-557F693544FF}" destId="{F1E253A2-443A-420C-9C54-34532070D0BB}" srcOrd="1" destOrd="0" parTransId="{D4C1ADC2-2528-4B35-8752-37C110A78692}" sibTransId="{7483FE57-85FD-42A2-AC56-AE61123DAAC5}"/>
    <dgm:cxn modelId="{D153E96E-2739-44AC-8682-E460DFB5BE77}" srcId="{D8ED9CF4-2FEE-450F-ADF2-2F0DA6E64074}" destId="{F3548143-E653-4BA2-8870-5D9E58D9F22E}" srcOrd="0" destOrd="0" parTransId="{F89DA318-A036-4B71-9111-8A60BA953A00}" sibTransId="{4809D5AA-42DE-4770-87B5-1320900F365F}"/>
    <dgm:cxn modelId="{BB04256F-06E2-4A40-94A1-E9EC0F5DE957}" type="presOf" srcId="{7CCCCA42-D2FA-4039-B8B4-EED08EACB7F6}" destId="{A4493524-61BC-4EF9-B3AE-B45A6EA42035}" srcOrd="0" destOrd="0" presId="urn:microsoft.com/office/officeart/2005/8/layout/default"/>
    <dgm:cxn modelId="{FB3A4A6F-2210-4E39-82D5-1AF910D98026}" srcId="{F3548143-E653-4BA2-8870-5D9E58D9F22E}" destId="{59364A17-79CA-483C-84F5-BE140CD80A08}" srcOrd="0" destOrd="0" parTransId="{D23B8165-BBE3-4814-8E86-434E8CB92AB8}" sibTransId="{E94738CA-5638-43A9-B01B-5109C397A2A6}"/>
    <dgm:cxn modelId="{0DF1FD70-6D69-49FB-A153-D8EE0FE54881}" srcId="{7CCCCA42-D2FA-4039-B8B4-EED08EACB7F6}" destId="{F5BCA406-EB7D-44D8-B580-16FE14C1438D}" srcOrd="1" destOrd="0" parTransId="{58DFB3C0-036C-4D9A-8ACC-750DA835CC47}" sibTransId="{E4844982-2378-4A71-A98E-B2390A67DFA7}"/>
    <dgm:cxn modelId="{BD806752-9A4B-449F-81A2-BF586449A67F}" srcId="{D8ED9CF4-2FEE-450F-ADF2-2F0DA6E64074}" destId="{A79C91CF-430A-41AF-978D-CC577E8488C8}" srcOrd="1" destOrd="0" parTransId="{AD46F464-8520-410E-8383-1C9C8CAD9EC7}" sibTransId="{2104E298-10ED-45D3-B459-E123F8E482FB}"/>
    <dgm:cxn modelId="{CDC14058-FB45-4338-87BA-63E3EA2EABF9}" srcId="{A79C91CF-430A-41AF-978D-CC577E8488C8}" destId="{D45A6B88-622D-40EE-B1E2-70447B0FD7F1}" srcOrd="0" destOrd="0" parTransId="{9BF978AB-75EC-46D7-9E63-CD973555C841}" sibTransId="{B39ECD83-37B1-4CEE-AE78-58A2618019A0}"/>
    <dgm:cxn modelId="{979EED83-B243-4C09-B590-6D75E18967F1}" type="presOf" srcId="{6D5B1B9F-09A1-4356-A8DA-B8B21958DDE6}" destId="{A4493524-61BC-4EF9-B3AE-B45A6EA42035}" srcOrd="0" destOrd="1" presId="urn:microsoft.com/office/officeart/2005/8/layout/default"/>
    <dgm:cxn modelId="{C22AFA84-3351-479C-8AAF-2AF76CE67EC8}" type="presOf" srcId="{BBF049F2-4DE4-4DD7-AE43-557F693544FF}" destId="{06EB77FC-95D2-4633-9BC0-0B99E4AE0591}" srcOrd="0" destOrd="0" presId="urn:microsoft.com/office/officeart/2005/8/layout/default"/>
    <dgm:cxn modelId="{4E9C4F88-5747-48AB-9BAC-4725F6067ABC}" type="presOf" srcId="{7C49F155-8609-4443-960B-B81922FC0479}" destId="{5E8C8812-6239-4D01-ADA3-C63822C96812}" srcOrd="0" destOrd="1" presId="urn:microsoft.com/office/officeart/2005/8/layout/default"/>
    <dgm:cxn modelId="{AAE4B896-4F89-4799-8915-801B5EA064E1}" srcId="{D8ED9CF4-2FEE-450F-ADF2-2F0DA6E64074}" destId="{C636C119-C2EA-493B-A8C9-1EB376BA822B}" srcOrd="2" destOrd="0" parTransId="{DF7E8382-4CD9-46FC-A46B-6B5A3277747D}" sibTransId="{86DCE7D8-E396-4DE1-B5D5-63823FEA13C2}"/>
    <dgm:cxn modelId="{A6E2FF9B-32FB-4D71-822D-FAF9651E5DC0}" type="presOf" srcId="{C636C119-C2EA-493B-A8C9-1EB376BA822B}" destId="{5E8C8812-6239-4D01-ADA3-C63822C96812}" srcOrd="0" destOrd="0" presId="urn:microsoft.com/office/officeart/2005/8/layout/default"/>
    <dgm:cxn modelId="{559BC5B3-A5FE-4863-9AFC-F016AEA79A6E}" srcId="{7CCCCA42-D2FA-4039-B8B4-EED08EACB7F6}" destId="{6D5B1B9F-09A1-4356-A8DA-B8B21958DDE6}" srcOrd="0" destOrd="0" parTransId="{BC948B87-F776-4320-A188-F59E30E34781}" sibTransId="{BE999F16-EB02-4CA4-8A90-6510D7C00A0F}"/>
    <dgm:cxn modelId="{678626B8-3C32-412D-9288-4497E018E868}" type="presOf" srcId="{775DE0FF-14DC-4779-8967-724D96448C87}" destId="{7F5CD86F-EC22-4DF8-9E86-3EC7AEBE01E0}" srcOrd="0" destOrd="2" presId="urn:microsoft.com/office/officeart/2005/8/layout/default"/>
    <dgm:cxn modelId="{7ED713DA-2738-4756-879F-5F64CDD771B1}" srcId="{F3548143-E653-4BA2-8870-5D9E58D9F22E}" destId="{775DE0FF-14DC-4779-8967-724D96448C87}" srcOrd="1" destOrd="0" parTransId="{47EFB561-A67D-4608-B4C6-E7EA16154A3F}" sibTransId="{61A3ED08-15F0-4CFC-AE75-AF49935D1247}"/>
    <dgm:cxn modelId="{E095CAE7-FE6B-4384-9501-0A0C3AB0EDF4}" type="presOf" srcId="{EFC19822-078E-414E-9D44-07AF38DE6593}" destId="{06EB77FC-95D2-4633-9BC0-0B99E4AE0591}" srcOrd="0" destOrd="1" presId="urn:microsoft.com/office/officeart/2005/8/layout/default"/>
    <dgm:cxn modelId="{DE14D88E-ECFC-4D78-8B5F-19AAD33AD2D5}" type="presParOf" srcId="{1BE1AE4A-255C-4B11-829F-849B29046174}" destId="{7F5CD86F-EC22-4DF8-9E86-3EC7AEBE01E0}" srcOrd="0" destOrd="0" presId="urn:microsoft.com/office/officeart/2005/8/layout/default"/>
    <dgm:cxn modelId="{28C6902D-1647-41AB-B496-3B23D2932900}" type="presParOf" srcId="{1BE1AE4A-255C-4B11-829F-849B29046174}" destId="{39109AF5-3868-4104-B413-F60B05942C6A}" srcOrd="1" destOrd="0" presId="urn:microsoft.com/office/officeart/2005/8/layout/default"/>
    <dgm:cxn modelId="{782081FD-3ADD-468B-B8E2-1D106C14CB3E}" type="presParOf" srcId="{1BE1AE4A-255C-4B11-829F-849B29046174}" destId="{2DB6EE14-DD88-4325-B6F2-7F75A6DCFB3B}" srcOrd="2" destOrd="0" presId="urn:microsoft.com/office/officeart/2005/8/layout/default"/>
    <dgm:cxn modelId="{02E30794-9EF2-44E5-A120-BF53706F5578}" type="presParOf" srcId="{1BE1AE4A-255C-4B11-829F-849B29046174}" destId="{F516360B-941A-4B15-A34D-1A514F4455F3}" srcOrd="3" destOrd="0" presId="urn:microsoft.com/office/officeart/2005/8/layout/default"/>
    <dgm:cxn modelId="{0997C1C5-79CF-46C1-8432-12E35B33C90E}" type="presParOf" srcId="{1BE1AE4A-255C-4B11-829F-849B29046174}" destId="{5E8C8812-6239-4D01-ADA3-C63822C96812}" srcOrd="4" destOrd="0" presId="urn:microsoft.com/office/officeart/2005/8/layout/default"/>
    <dgm:cxn modelId="{27BF9E8F-0F81-40FD-826A-29758A916B99}" type="presParOf" srcId="{1BE1AE4A-255C-4B11-829F-849B29046174}" destId="{0E3DF904-B6B2-4BA8-B652-C413D6C8DEDB}" srcOrd="5" destOrd="0" presId="urn:microsoft.com/office/officeart/2005/8/layout/default"/>
    <dgm:cxn modelId="{E1A21DD0-97CC-48B4-9542-3DDD47CDECD7}" type="presParOf" srcId="{1BE1AE4A-255C-4B11-829F-849B29046174}" destId="{A4493524-61BC-4EF9-B3AE-B45A6EA42035}" srcOrd="6" destOrd="0" presId="urn:microsoft.com/office/officeart/2005/8/layout/default"/>
    <dgm:cxn modelId="{195C6CA5-1B9B-46E4-8BB2-1A4F6200F8EA}" type="presParOf" srcId="{1BE1AE4A-255C-4B11-829F-849B29046174}" destId="{99824399-16A8-45B7-B53F-DA9469DAE65C}" srcOrd="7" destOrd="0" presId="urn:microsoft.com/office/officeart/2005/8/layout/default"/>
    <dgm:cxn modelId="{FA8ABD55-2050-43F2-BA3D-BD96C8A5B7B8}" type="presParOf" srcId="{1BE1AE4A-255C-4B11-829F-849B29046174}" destId="{06EB77FC-95D2-4633-9BC0-0B99E4AE059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52496E-8724-4F7C-B922-024D004B5F35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DEA3BC-01A9-41E5-B97C-F7E2086CE40B}">
      <dgm:prSet/>
      <dgm:spPr/>
      <dgm:t>
        <a:bodyPr/>
        <a:lstStyle/>
        <a:p>
          <a:r>
            <a:rPr lang="en-US" b="1" dirty="0"/>
            <a:t>Who:</a:t>
          </a:r>
          <a:endParaRPr lang="en-US" dirty="0"/>
        </a:p>
      </dgm:t>
    </dgm:pt>
    <dgm:pt modelId="{01E27BD6-8506-4158-9113-33379DFF5366}" type="parTrans" cxnId="{3DC2BCB1-878C-4897-B930-6345D83EC65A}">
      <dgm:prSet/>
      <dgm:spPr/>
      <dgm:t>
        <a:bodyPr/>
        <a:lstStyle/>
        <a:p>
          <a:endParaRPr lang="en-US"/>
        </a:p>
      </dgm:t>
    </dgm:pt>
    <dgm:pt modelId="{48CB241E-8A4A-4427-913F-2F5A1AC0A9AB}" type="sibTrans" cxnId="{3DC2BCB1-878C-4897-B930-6345D83EC65A}">
      <dgm:prSet/>
      <dgm:spPr/>
      <dgm:t>
        <a:bodyPr/>
        <a:lstStyle/>
        <a:p>
          <a:endParaRPr lang="en-US"/>
        </a:p>
      </dgm:t>
    </dgm:pt>
    <dgm:pt modelId="{76947527-9330-4F2A-A110-3AC7E2F8E865}">
      <dgm:prSet/>
      <dgm:spPr/>
      <dgm:t>
        <a:bodyPr/>
        <a:lstStyle/>
        <a:p>
          <a:r>
            <a:rPr lang="en-US" b="1" dirty="0"/>
            <a:t>What:</a:t>
          </a:r>
          <a:endParaRPr lang="en-US" dirty="0"/>
        </a:p>
      </dgm:t>
    </dgm:pt>
    <dgm:pt modelId="{C188241C-CD1C-457B-9CBB-70A6F2EF6B9B}" type="parTrans" cxnId="{2847A522-653A-4C46-A6F4-661E411A5263}">
      <dgm:prSet/>
      <dgm:spPr/>
      <dgm:t>
        <a:bodyPr/>
        <a:lstStyle/>
        <a:p>
          <a:endParaRPr lang="en-US"/>
        </a:p>
      </dgm:t>
    </dgm:pt>
    <dgm:pt modelId="{AA74475E-D028-4A25-80AC-7563193DDD41}" type="sibTrans" cxnId="{2847A522-653A-4C46-A6F4-661E411A5263}">
      <dgm:prSet/>
      <dgm:spPr/>
      <dgm:t>
        <a:bodyPr/>
        <a:lstStyle/>
        <a:p>
          <a:endParaRPr lang="en-US"/>
        </a:p>
      </dgm:t>
    </dgm:pt>
    <dgm:pt modelId="{CB6A1013-C112-424E-B689-5EB6977FAF73}">
      <dgm:prSet/>
      <dgm:spPr/>
      <dgm:t>
        <a:bodyPr/>
        <a:lstStyle/>
        <a:p>
          <a:r>
            <a:rPr lang="en-US" b="1" dirty="0"/>
            <a:t>When:</a:t>
          </a:r>
          <a:endParaRPr lang="en-US" dirty="0"/>
        </a:p>
      </dgm:t>
    </dgm:pt>
    <dgm:pt modelId="{898000E3-4D01-4ACF-A42C-2A9288EE85D6}" type="parTrans" cxnId="{8A58783C-FC2E-4477-B9EE-22C2221397B7}">
      <dgm:prSet/>
      <dgm:spPr/>
      <dgm:t>
        <a:bodyPr/>
        <a:lstStyle/>
        <a:p>
          <a:endParaRPr lang="en-US"/>
        </a:p>
      </dgm:t>
    </dgm:pt>
    <dgm:pt modelId="{9583FB3E-4B32-47F8-8F08-42396B525D99}" type="sibTrans" cxnId="{8A58783C-FC2E-4477-B9EE-22C2221397B7}">
      <dgm:prSet/>
      <dgm:spPr/>
      <dgm:t>
        <a:bodyPr/>
        <a:lstStyle/>
        <a:p>
          <a:endParaRPr lang="en-US"/>
        </a:p>
      </dgm:t>
    </dgm:pt>
    <dgm:pt modelId="{5AA6D587-A031-48F9-B6A7-7C89C2D71E16}">
      <dgm:prSet/>
      <dgm:spPr/>
      <dgm:t>
        <a:bodyPr/>
        <a:lstStyle/>
        <a:p>
          <a:r>
            <a:rPr lang="en-US" b="1" dirty="0"/>
            <a:t>How:</a:t>
          </a:r>
          <a:endParaRPr lang="en-US" dirty="0"/>
        </a:p>
      </dgm:t>
    </dgm:pt>
    <dgm:pt modelId="{788CDC89-2E2A-4B68-A314-584F338B7CBF}" type="parTrans" cxnId="{16728E01-392E-42B2-9863-06568B249FF0}">
      <dgm:prSet/>
      <dgm:spPr/>
      <dgm:t>
        <a:bodyPr/>
        <a:lstStyle/>
        <a:p>
          <a:endParaRPr lang="en-US"/>
        </a:p>
      </dgm:t>
    </dgm:pt>
    <dgm:pt modelId="{807F0F86-D7CB-4B94-8A72-4F5C6ECC1BC3}" type="sibTrans" cxnId="{16728E01-392E-42B2-9863-06568B249FF0}">
      <dgm:prSet/>
      <dgm:spPr/>
      <dgm:t>
        <a:bodyPr/>
        <a:lstStyle/>
        <a:p>
          <a:endParaRPr lang="en-US"/>
        </a:p>
      </dgm:t>
    </dgm:pt>
    <dgm:pt modelId="{14E4361B-AFF8-4A6E-8BFC-024994ECC906}">
      <dgm:prSet/>
      <dgm:spPr/>
      <dgm:t>
        <a:bodyPr/>
        <a:lstStyle/>
        <a:p>
          <a:r>
            <a:rPr lang="en-US" dirty="0"/>
            <a:t>Jo Smith</a:t>
          </a:r>
        </a:p>
      </dgm:t>
    </dgm:pt>
    <dgm:pt modelId="{80FBB100-D88E-4B1A-984E-C73DF60696DE}" type="parTrans" cxnId="{9D3C841D-38C5-44BB-897D-A89737829487}">
      <dgm:prSet/>
      <dgm:spPr/>
      <dgm:t>
        <a:bodyPr/>
        <a:lstStyle/>
        <a:p>
          <a:endParaRPr lang="en-US"/>
        </a:p>
      </dgm:t>
    </dgm:pt>
    <dgm:pt modelId="{259FDCE5-18DC-4CAB-91A7-88F976F407DB}" type="sibTrans" cxnId="{9D3C841D-38C5-44BB-897D-A89737829487}">
      <dgm:prSet/>
      <dgm:spPr/>
      <dgm:t>
        <a:bodyPr/>
        <a:lstStyle/>
        <a:p>
          <a:endParaRPr lang="en-US"/>
        </a:p>
      </dgm:t>
    </dgm:pt>
    <dgm:pt modelId="{D4F50F14-F0D4-4C93-B651-10645428A6AD}">
      <dgm:prSet/>
      <dgm:spPr/>
      <dgm:t>
        <a:bodyPr/>
        <a:lstStyle/>
        <a:p>
          <a:r>
            <a:rPr lang="en-US" dirty="0"/>
            <a:t>Confidential patent design documents</a:t>
          </a:r>
        </a:p>
      </dgm:t>
    </dgm:pt>
    <dgm:pt modelId="{3B8AB990-AE60-449D-8A47-CEFBF0D55988}" type="parTrans" cxnId="{1FD69DE7-6083-452D-B18F-12DA45381548}">
      <dgm:prSet/>
      <dgm:spPr/>
      <dgm:t>
        <a:bodyPr/>
        <a:lstStyle/>
        <a:p>
          <a:endParaRPr lang="en-US"/>
        </a:p>
      </dgm:t>
    </dgm:pt>
    <dgm:pt modelId="{696E8862-EDF5-41BF-9D16-67A7AB75D4BE}" type="sibTrans" cxnId="{1FD69DE7-6083-452D-B18F-12DA45381548}">
      <dgm:prSet/>
      <dgm:spPr/>
      <dgm:t>
        <a:bodyPr/>
        <a:lstStyle/>
        <a:p>
          <a:endParaRPr lang="en-US"/>
        </a:p>
      </dgm:t>
    </dgm:pt>
    <dgm:pt modelId="{EECC7BEA-00D2-4DF5-93DC-394DE95B172B}">
      <dgm:prSet/>
      <dgm:spPr/>
      <dgm:t>
        <a:bodyPr/>
        <a:lstStyle/>
        <a:p>
          <a:r>
            <a:rPr lang="en-US" dirty="0"/>
            <a:t>Dec 10, 2009 (~03:09 UTC)</a:t>
          </a:r>
        </a:p>
      </dgm:t>
    </dgm:pt>
    <dgm:pt modelId="{750476DD-77E6-483E-9779-64D7353D1557}" type="parTrans" cxnId="{5667535B-E5B1-44D0-9B1B-9D16B6C58D06}">
      <dgm:prSet/>
      <dgm:spPr/>
      <dgm:t>
        <a:bodyPr/>
        <a:lstStyle/>
        <a:p>
          <a:endParaRPr lang="en-US"/>
        </a:p>
      </dgm:t>
    </dgm:pt>
    <dgm:pt modelId="{C21C9E1A-D27F-475E-964D-5F3FFF844DF3}" type="sibTrans" cxnId="{5667535B-E5B1-44D0-9B1B-9D16B6C58D06}">
      <dgm:prSet/>
      <dgm:spPr/>
      <dgm:t>
        <a:bodyPr/>
        <a:lstStyle/>
        <a:p>
          <a:endParaRPr lang="en-US"/>
        </a:p>
      </dgm:t>
    </dgm:pt>
    <dgm:pt modelId="{77912C8E-7212-4D03-A3FA-CD87F1A0A608}">
      <dgm:prSet/>
      <dgm:spPr/>
      <dgm:t>
        <a:bodyPr/>
        <a:lstStyle/>
        <a:p>
          <a:r>
            <a:rPr lang="en-US" dirty="0"/>
            <a:t>Email (SMTP, encrypted payload)</a:t>
          </a:r>
        </a:p>
      </dgm:t>
    </dgm:pt>
    <dgm:pt modelId="{BBFDE5C2-1775-4184-9409-D58AD6B0E81B}" type="parTrans" cxnId="{2A4CD97D-DE82-4766-8C1D-0084136FE1FF}">
      <dgm:prSet/>
      <dgm:spPr/>
      <dgm:t>
        <a:bodyPr/>
        <a:lstStyle/>
        <a:p>
          <a:endParaRPr lang="en-US"/>
        </a:p>
      </dgm:t>
    </dgm:pt>
    <dgm:pt modelId="{CE7A0FE8-7609-4E8A-A0F5-BA0194A16509}" type="sibTrans" cxnId="{2A4CD97D-DE82-4766-8C1D-0084136FE1FF}">
      <dgm:prSet/>
      <dgm:spPr/>
      <dgm:t>
        <a:bodyPr/>
        <a:lstStyle/>
        <a:p>
          <a:endParaRPr lang="en-US"/>
        </a:p>
      </dgm:t>
    </dgm:pt>
    <dgm:pt modelId="{E011AFF1-0D74-4247-9C41-98F959503496}" type="pres">
      <dgm:prSet presAssocID="{8552496E-8724-4F7C-B922-024D004B5F35}" presName="Name0" presStyleCnt="0">
        <dgm:presLayoutVars>
          <dgm:dir/>
          <dgm:animLvl val="lvl"/>
          <dgm:resizeHandles val="exact"/>
        </dgm:presLayoutVars>
      </dgm:prSet>
      <dgm:spPr/>
    </dgm:pt>
    <dgm:pt modelId="{F92D0507-E2D5-4ED0-ADC0-57A212261B1F}" type="pres">
      <dgm:prSet presAssocID="{BBDEA3BC-01A9-41E5-B97C-F7E2086CE40B}" presName="composite" presStyleCnt="0"/>
      <dgm:spPr/>
    </dgm:pt>
    <dgm:pt modelId="{BEA10246-8BF7-484E-AED8-2238C4AE2DEE}" type="pres">
      <dgm:prSet presAssocID="{BBDEA3BC-01A9-41E5-B97C-F7E2086CE40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6625363B-E173-4CBF-A50C-DB3A4E0FE212}" type="pres">
      <dgm:prSet presAssocID="{BBDEA3BC-01A9-41E5-B97C-F7E2086CE40B}" presName="desTx" presStyleLbl="alignAccFollowNode1" presStyleIdx="0" presStyleCnt="4">
        <dgm:presLayoutVars>
          <dgm:bulletEnabled val="1"/>
        </dgm:presLayoutVars>
      </dgm:prSet>
      <dgm:spPr/>
    </dgm:pt>
    <dgm:pt modelId="{0DD04A9A-8E26-4AF5-A625-DA86CB9E04B0}" type="pres">
      <dgm:prSet presAssocID="{48CB241E-8A4A-4427-913F-2F5A1AC0A9AB}" presName="space" presStyleCnt="0"/>
      <dgm:spPr/>
    </dgm:pt>
    <dgm:pt modelId="{7D8C9B06-4AEB-46BD-A622-C1ECF4D2330A}" type="pres">
      <dgm:prSet presAssocID="{76947527-9330-4F2A-A110-3AC7E2F8E865}" presName="composite" presStyleCnt="0"/>
      <dgm:spPr/>
    </dgm:pt>
    <dgm:pt modelId="{39D57DCD-4668-4961-900C-3B3882ECECA3}" type="pres">
      <dgm:prSet presAssocID="{76947527-9330-4F2A-A110-3AC7E2F8E865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867BAD80-1104-495B-BC6E-90D1EBE02868}" type="pres">
      <dgm:prSet presAssocID="{76947527-9330-4F2A-A110-3AC7E2F8E865}" presName="desTx" presStyleLbl="alignAccFollowNode1" presStyleIdx="1" presStyleCnt="4">
        <dgm:presLayoutVars>
          <dgm:bulletEnabled val="1"/>
        </dgm:presLayoutVars>
      </dgm:prSet>
      <dgm:spPr/>
    </dgm:pt>
    <dgm:pt modelId="{92DB1F86-7ACB-41E0-9C31-E0066D400A4D}" type="pres">
      <dgm:prSet presAssocID="{AA74475E-D028-4A25-80AC-7563193DDD41}" presName="space" presStyleCnt="0"/>
      <dgm:spPr/>
    </dgm:pt>
    <dgm:pt modelId="{4B8CF30A-5C40-4EF2-AEBA-41DB1999EAEF}" type="pres">
      <dgm:prSet presAssocID="{CB6A1013-C112-424E-B689-5EB6977FAF73}" presName="composite" presStyleCnt="0"/>
      <dgm:spPr/>
    </dgm:pt>
    <dgm:pt modelId="{8B7747A8-0911-4ACD-B9DF-A682D2081EC2}" type="pres">
      <dgm:prSet presAssocID="{CB6A1013-C112-424E-B689-5EB6977FAF73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5C08529D-02E3-46D6-BC6D-3B852266C169}" type="pres">
      <dgm:prSet presAssocID="{CB6A1013-C112-424E-B689-5EB6977FAF73}" presName="desTx" presStyleLbl="alignAccFollowNode1" presStyleIdx="2" presStyleCnt="4">
        <dgm:presLayoutVars>
          <dgm:bulletEnabled val="1"/>
        </dgm:presLayoutVars>
      </dgm:prSet>
      <dgm:spPr/>
    </dgm:pt>
    <dgm:pt modelId="{8F9E074A-66EF-4957-98F1-4ABE73062FE3}" type="pres">
      <dgm:prSet presAssocID="{9583FB3E-4B32-47F8-8F08-42396B525D99}" presName="space" presStyleCnt="0"/>
      <dgm:spPr/>
    </dgm:pt>
    <dgm:pt modelId="{25FD9493-BFCC-49C4-9171-1DA23B45514B}" type="pres">
      <dgm:prSet presAssocID="{5AA6D587-A031-48F9-B6A7-7C89C2D71E16}" presName="composite" presStyleCnt="0"/>
      <dgm:spPr/>
    </dgm:pt>
    <dgm:pt modelId="{26A86150-38D8-4B39-9EAB-E7ADCF30E528}" type="pres">
      <dgm:prSet presAssocID="{5AA6D587-A031-48F9-B6A7-7C89C2D71E16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9938A97D-D130-4203-87F7-44FFFDBF7ABC}" type="pres">
      <dgm:prSet presAssocID="{5AA6D587-A031-48F9-B6A7-7C89C2D71E16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6728E01-392E-42B2-9863-06568B249FF0}" srcId="{8552496E-8724-4F7C-B922-024D004B5F35}" destId="{5AA6D587-A031-48F9-B6A7-7C89C2D71E16}" srcOrd="3" destOrd="0" parTransId="{788CDC89-2E2A-4B68-A314-584F338B7CBF}" sibTransId="{807F0F86-D7CB-4B94-8A72-4F5C6ECC1BC3}"/>
    <dgm:cxn modelId="{E8D92702-3421-43D5-9DD6-C453626B14BA}" type="presOf" srcId="{76947527-9330-4F2A-A110-3AC7E2F8E865}" destId="{39D57DCD-4668-4961-900C-3B3882ECECA3}" srcOrd="0" destOrd="0" presId="urn:microsoft.com/office/officeart/2005/8/layout/hList1"/>
    <dgm:cxn modelId="{CB87CD02-BBD9-4E70-B324-E34A1788FF66}" type="presOf" srcId="{77912C8E-7212-4D03-A3FA-CD87F1A0A608}" destId="{9938A97D-D130-4203-87F7-44FFFDBF7ABC}" srcOrd="0" destOrd="0" presId="urn:microsoft.com/office/officeart/2005/8/layout/hList1"/>
    <dgm:cxn modelId="{2CD13E0F-3358-427B-A59D-6673C24FC93F}" type="presOf" srcId="{14E4361B-AFF8-4A6E-8BFC-024994ECC906}" destId="{6625363B-E173-4CBF-A50C-DB3A4E0FE212}" srcOrd="0" destOrd="0" presId="urn:microsoft.com/office/officeart/2005/8/layout/hList1"/>
    <dgm:cxn modelId="{9D3C841D-38C5-44BB-897D-A89737829487}" srcId="{BBDEA3BC-01A9-41E5-B97C-F7E2086CE40B}" destId="{14E4361B-AFF8-4A6E-8BFC-024994ECC906}" srcOrd="0" destOrd="0" parTransId="{80FBB100-D88E-4B1A-984E-C73DF60696DE}" sibTransId="{259FDCE5-18DC-4CAB-91A7-88F976F407DB}"/>
    <dgm:cxn modelId="{2847A522-653A-4C46-A6F4-661E411A5263}" srcId="{8552496E-8724-4F7C-B922-024D004B5F35}" destId="{76947527-9330-4F2A-A110-3AC7E2F8E865}" srcOrd="1" destOrd="0" parTransId="{C188241C-CD1C-457B-9CBB-70A6F2EF6B9B}" sibTransId="{AA74475E-D028-4A25-80AC-7563193DDD41}"/>
    <dgm:cxn modelId="{8A58783C-FC2E-4477-B9EE-22C2221397B7}" srcId="{8552496E-8724-4F7C-B922-024D004B5F35}" destId="{CB6A1013-C112-424E-B689-5EB6977FAF73}" srcOrd="2" destOrd="0" parTransId="{898000E3-4D01-4ACF-A42C-2A9288EE85D6}" sibTransId="{9583FB3E-4B32-47F8-8F08-42396B525D99}"/>
    <dgm:cxn modelId="{5667535B-E5B1-44D0-9B1B-9D16B6C58D06}" srcId="{CB6A1013-C112-424E-B689-5EB6977FAF73}" destId="{EECC7BEA-00D2-4DF5-93DC-394DE95B172B}" srcOrd="0" destOrd="0" parTransId="{750476DD-77E6-483E-9779-64D7353D1557}" sibTransId="{C21C9E1A-D27F-475E-964D-5F3FFF844DF3}"/>
    <dgm:cxn modelId="{E75D9E5F-4A82-434E-AC49-76FCC72EEEBC}" type="presOf" srcId="{5AA6D587-A031-48F9-B6A7-7C89C2D71E16}" destId="{26A86150-38D8-4B39-9EAB-E7ADCF30E528}" srcOrd="0" destOrd="0" presId="urn:microsoft.com/office/officeart/2005/8/layout/hList1"/>
    <dgm:cxn modelId="{5B018A4B-AF42-4C2A-AFC6-51E25377C716}" type="presOf" srcId="{CB6A1013-C112-424E-B689-5EB6977FAF73}" destId="{8B7747A8-0911-4ACD-B9DF-A682D2081EC2}" srcOrd="0" destOrd="0" presId="urn:microsoft.com/office/officeart/2005/8/layout/hList1"/>
    <dgm:cxn modelId="{2A4CD97D-DE82-4766-8C1D-0084136FE1FF}" srcId="{5AA6D587-A031-48F9-B6A7-7C89C2D71E16}" destId="{77912C8E-7212-4D03-A3FA-CD87F1A0A608}" srcOrd="0" destOrd="0" parTransId="{BBFDE5C2-1775-4184-9409-D58AD6B0E81B}" sibTransId="{CE7A0FE8-7609-4E8A-A0F5-BA0194A16509}"/>
    <dgm:cxn modelId="{E7028A8E-2D66-47F0-931F-9EE2C45EAF34}" type="presOf" srcId="{D4F50F14-F0D4-4C93-B651-10645428A6AD}" destId="{867BAD80-1104-495B-BC6E-90D1EBE02868}" srcOrd="0" destOrd="0" presId="urn:microsoft.com/office/officeart/2005/8/layout/hList1"/>
    <dgm:cxn modelId="{6F55C199-E2BA-4293-A3DC-42993F21D87D}" type="presOf" srcId="{8552496E-8724-4F7C-B922-024D004B5F35}" destId="{E011AFF1-0D74-4247-9C41-98F959503496}" srcOrd="0" destOrd="0" presId="urn:microsoft.com/office/officeart/2005/8/layout/hList1"/>
    <dgm:cxn modelId="{3DC2BCB1-878C-4897-B930-6345D83EC65A}" srcId="{8552496E-8724-4F7C-B922-024D004B5F35}" destId="{BBDEA3BC-01A9-41E5-B97C-F7E2086CE40B}" srcOrd="0" destOrd="0" parTransId="{01E27BD6-8506-4158-9113-33379DFF5366}" sibTransId="{48CB241E-8A4A-4427-913F-2F5A1AC0A9AB}"/>
    <dgm:cxn modelId="{38A1F4BE-2CDA-46A4-90D7-ACC958CBEBDC}" type="presOf" srcId="{BBDEA3BC-01A9-41E5-B97C-F7E2086CE40B}" destId="{BEA10246-8BF7-484E-AED8-2238C4AE2DEE}" srcOrd="0" destOrd="0" presId="urn:microsoft.com/office/officeart/2005/8/layout/hList1"/>
    <dgm:cxn modelId="{1FD69DE7-6083-452D-B18F-12DA45381548}" srcId="{76947527-9330-4F2A-A110-3AC7E2F8E865}" destId="{D4F50F14-F0D4-4C93-B651-10645428A6AD}" srcOrd="0" destOrd="0" parTransId="{3B8AB990-AE60-449D-8A47-CEFBF0D55988}" sibTransId="{696E8862-EDF5-41BF-9D16-67A7AB75D4BE}"/>
    <dgm:cxn modelId="{A641EEFB-EAF7-4A32-A796-3E966E8B1D97}" type="presOf" srcId="{EECC7BEA-00D2-4DF5-93DC-394DE95B172B}" destId="{5C08529D-02E3-46D6-BC6D-3B852266C169}" srcOrd="0" destOrd="0" presId="urn:microsoft.com/office/officeart/2005/8/layout/hList1"/>
    <dgm:cxn modelId="{E93D2805-8D60-4BE5-937C-46D1E2A5F42D}" type="presParOf" srcId="{E011AFF1-0D74-4247-9C41-98F959503496}" destId="{F92D0507-E2D5-4ED0-ADC0-57A212261B1F}" srcOrd="0" destOrd="0" presId="urn:microsoft.com/office/officeart/2005/8/layout/hList1"/>
    <dgm:cxn modelId="{5895B4D5-31F9-4544-A5D1-E8F77D08E74A}" type="presParOf" srcId="{F92D0507-E2D5-4ED0-ADC0-57A212261B1F}" destId="{BEA10246-8BF7-484E-AED8-2238C4AE2DEE}" srcOrd="0" destOrd="0" presId="urn:microsoft.com/office/officeart/2005/8/layout/hList1"/>
    <dgm:cxn modelId="{BC7D6AC5-68B9-4F1A-B2F8-B185C3CC18DC}" type="presParOf" srcId="{F92D0507-E2D5-4ED0-ADC0-57A212261B1F}" destId="{6625363B-E173-4CBF-A50C-DB3A4E0FE212}" srcOrd="1" destOrd="0" presId="urn:microsoft.com/office/officeart/2005/8/layout/hList1"/>
    <dgm:cxn modelId="{8F58D789-2117-4732-BFF2-B0458E4A2108}" type="presParOf" srcId="{E011AFF1-0D74-4247-9C41-98F959503496}" destId="{0DD04A9A-8E26-4AF5-A625-DA86CB9E04B0}" srcOrd="1" destOrd="0" presId="urn:microsoft.com/office/officeart/2005/8/layout/hList1"/>
    <dgm:cxn modelId="{0CA011C1-F814-47E6-A40C-5C21AA2DEE01}" type="presParOf" srcId="{E011AFF1-0D74-4247-9C41-98F959503496}" destId="{7D8C9B06-4AEB-46BD-A622-C1ECF4D2330A}" srcOrd="2" destOrd="0" presId="urn:microsoft.com/office/officeart/2005/8/layout/hList1"/>
    <dgm:cxn modelId="{98D1F522-79BB-4457-B040-8DB4A16EEF44}" type="presParOf" srcId="{7D8C9B06-4AEB-46BD-A622-C1ECF4D2330A}" destId="{39D57DCD-4668-4961-900C-3B3882ECECA3}" srcOrd="0" destOrd="0" presId="urn:microsoft.com/office/officeart/2005/8/layout/hList1"/>
    <dgm:cxn modelId="{CEFB87FD-5A68-494B-8869-8ED92EAF9108}" type="presParOf" srcId="{7D8C9B06-4AEB-46BD-A622-C1ECF4D2330A}" destId="{867BAD80-1104-495B-BC6E-90D1EBE02868}" srcOrd="1" destOrd="0" presId="urn:microsoft.com/office/officeart/2005/8/layout/hList1"/>
    <dgm:cxn modelId="{00BF2449-4F81-4F5C-B760-2BA167F69CE6}" type="presParOf" srcId="{E011AFF1-0D74-4247-9C41-98F959503496}" destId="{92DB1F86-7ACB-41E0-9C31-E0066D400A4D}" srcOrd="3" destOrd="0" presId="urn:microsoft.com/office/officeart/2005/8/layout/hList1"/>
    <dgm:cxn modelId="{9F2738BE-EFC1-497F-9262-39489607B363}" type="presParOf" srcId="{E011AFF1-0D74-4247-9C41-98F959503496}" destId="{4B8CF30A-5C40-4EF2-AEBA-41DB1999EAEF}" srcOrd="4" destOrd="0" presId="urn:microsoft.com/office/officeart/2005/8/layout/hList1"/>
    <dgm:cxn modelId="{B7516166-97E8-4315-A536-9E5F76FA1B7F}" type="presParOf" srcId="{4B8CF30A-5C40-4EF2-AEBA-41DB1999EAEF}" destId="{8B7747A8-0911-4ACD-B9DF-A682D2081EC2}" srcOrd="0" destOrd="0" presId="urn:microsoft.com/office/officeart/2005/8/layout/hList1"/>
    <dgm:cxn modelId="{E7B986B0-E708-422F-845D-15EE29D5F880}" type="presParOf" srcId="{4B8CF30A-5C40-4EF2-AEBA-41DB1999EAEF}" destId="{5C08529D-02E3-46D6-BC6D-3B852266C169}" srcOrd="1" destOrd="0" presId="urn:microsoft.com/office/officeart/2005/8/layout/hList1"/>
    <dgm:cxn modelId="{90A7ED18-E6B8-402E-A947-10550F0E223F}" type="presParOf" srcId="{E011AFF1-0D74-4247-9C41-98F959503496}" destId="{8F9E074A-66EF-4957-98F1-4ABE73062FE3}" srcOrd="5" destOrd="0" presId="urn:microsoft.com/office/officeart/2005/8/layout/hList1"/>
    <dgm:cxn modelId="{486E8025-3C35-4692-BB47-B3A3355A73D8}" type="presParOf" srcId="{E011AFF1-0D74-4247-9C41-98F959503496}" destId="{25FD9493-BFCC-49C4-9171-1DA23B45514B}" srcOrd="6" destOrd="0" presId="urn:microsoft.com/office/officeart/2005/8/layout/hList1"/>
    <dgm:cxn modelId="{3F465B9A-A71D-4B7D-932F-D707ABD94E12}" type="presParOf" srcId="{25FD9493-BFCC-49C4-9171-1DA23B45514B}" destId="{26A86150-38D8-4B39-9EAB-E7ADCF30E528}" srcOrd="0" destOrd="0" presId="urn:microsoft.com/office/officeart/2005/8/layout/hList1"/>
    <dgm:cxn modelId="{F2049B23-9781-432B-9AB5-6158FF0DA39B}" type="presParOf" srcId="{25FD9493-BFCC-49C4-9171-1DA23B45514B}" destId="{9938A97D-D130-4203-87F7-44FFFDBF7AB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BA7858-A44D-4B1A-8257-C60ABE5C4501}" type="doc">
      <dgm:prSet loTypeId="urn:microsoft.com/office/officeart/2005/8/layout/vList2" loCatId="list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B90C960-8B2B-41CB-99D9-B40338F4F5CD}">
      <dgm:prSet/>
      <dgm:spPr/>
      <dgm:t>
        <a:bodyPr/>
        <a:lstStyle/>
        <a:p>
          <a:r>
            <a:rPr lang="en-US" b="1"/>
            <a:t>Recommendations</a:t>
          </a:r>
          <a:endParaRPr lang="en-US"/>
        </a:p>
      </dgm:t>
    </dgm:pt>
    <dgm:pt modelId="{C98A85FA-4B5A-457C-B47A-E6A33B151315}" type="parTrans" cxnId="{B10EF470-622C-472D-B6A7-76DF19845603}">
      <dgm:prSet/>
      <dgm:spPr/>
      <dgm:t>
        <a:bodyPr/>
        <a:lstStyle/>
        <a:p>
          <a:endParaRPr lang="en-US"/>
        </a:p>
      </dgm:t>
    </dgm:pt>
    <dgm:pt modelId="{7958ADD5-7667-4DCD-8169-608D527E7C2D}" type="sibTrans" cxnId="{B10EF470-622C-472D-B6A7-76DF19845603}">
      <dgm:prSet/>
      <dgm:spPr/>
      <dgm:t>
        <a:bodyPr/>
        <a:lstStyle/>
        <a:p>
          <a:endParaRPr lang="en-US"/>
        </a:p>
      </dgm:t>
    </dgm:pt>
    <dgm:pt modelId="{E7D6921F-064A-408F-A8F5-3C50C588F827}">
      <dgm:prSet/>
      <dgm:spPr/>
      <dgm:t>
        <a:bodyPr/>
        <a:lstStyle/>
        <a:p>
          <a:r>
            <a:rPr lang="en-US"/>
            <a:t>Implement Data Loss Prevention (DLP) tools</a:t>
          </a:r>
        </a:p>
      </dgm:t>
    </dgm:pt>
    <dgm:pt modelId="{16E2BFE2-CDF0-4F54-8645-D227651E959D}" type="parTrans" cxnId="{5CFC1EF7-1FBD-44DA-93B0-2CFB7D9FD8C6}">
      <dgm:prSet/>
      <dgm:spPr/>
      <dgm:t>
        <a:bodyPr/>
        <a:lstStyle/>
        <a:p>
          <a:endParaRPr lang="en-US"/>
        </a:p>
      </dgm:t>
    </dgm:pt>
    <dgm:pt modelId="{2D5A1D68-BAF2-41C6-9AA4-72C69607B255}" type="sibTrans" cxnId="{5CFC1EF7-1FBD-44DA-93B0-2CFB7D9FD8C6}">
      <dgm:prSet/>
      <dgm:spPr/>
      <dgm:t>
        <a:bodyPr/>
        <a:lstStyle/>
        <a:p>
          <a:endParaRPr lang="en-US"/>
        </a:p>
      </dgm:t>
    </dgm:pt>
    <dgm:pt modelId="{E0818EB4-4783-437C-95A3-586C138437B9}">
      <dgm:prSet/>
      <dgm:spPr/>
      <dgm:t>
        <a:bodyPr/>
        <a:lstStyle/>
        <a:p>
          <a:r>
            <a:rPr lang="en-US"/>
            <a:t>Restrict access to sensitive folders</a:t>
          </a:r>
        </a:p>
      </dgm:t>
    </dgm:pt>
    <dgm:pt modelId="{19EFC9C3-7EAD-40EB-BD4D-C913EC7C786C}" type="parTrans" cxnId="{9A0276EB-94A5-4834-93C0-AACEECE7758B}">
      <dgm:prSet/>
      <dgm:spPr/>
      <dgm:t>
        <a:bodyPr/>
        <a:lstStyle/>
        <a:p>
          <a:endParaRPr lang="en-US"/>
        </a:p>
      </dgm:t>
    </dgm:pt>
    <dgm:pt modelId="{DB05B697-97A2-490A-8C58-01BAEEE0F4F6}" type="sibTrans" cxnId="{9A0276EB-94A5-4834-93C0-AACEECE7758B}">
      <dgm:prSet/>
      <dgm:spPr/>
      <dgm:t>
        <a:bodyPr/>
        <a:lstStyle/>
        <a:p>
          <a:endParaRPr lang="en-US"/>
        </a:p>
      </dgm:t>
    </dgm:pt>
    <dgm:pt modelId="{532601EC-0411-4E56-A140-DC74C818E85A}">
      <dgm:prSet/>
      <dgm:spPr/>
      <dgm:t>
        <a:bodyPr/>
        <a:lstStyle/>
        <a:p>
          <a:r>
            <a:rPr lang="en-US"/>
            <a:t>Audit email attachments for confidential data</a:t>
          </a:r>
        </a:p>
      </dgm:t>
    </dgm:pt>
    <dgm:pt modelId="{BC69FE94-9498-4D2F-AC84-7A5479A64489}" type="parTrans" cxnId="{DABAD601-5791-4BF5-8E11-987DE25B6CA2}">
      <dgm:prSet/>
      <dgm:spPr/>
      <dgm:t>
        <a:bodyPr/>
        <a:lstStyle/>
        <a:p>
          <a:endParaRPr lang="en-US"/>
        </a:p>
      </dgm:t>
    </dgm:pt>
    <dgm:pt modelId="{30D54125-344F-47BA-9685-E5A5DF62AC1A}" type="sibTrans" cxnId="{DABAD601-5791-4BF5-8E11-987DE25B6CA2}">
      <dgm:prSet/>
      <dgm:spPr/>
      <dgm:t>
        <a:bodyPr/>
        <a:lstStyle/>
        <a:p>
          <a:endParaRPr lang="en-US"/>
        </a:p>
      </dgm:t>
    </dgm:pt>
    <dgm:pt modelId="{2F77D432-0337-418A-BC8F-04E13CE62204}">
      <dgm:prSet/>
      <dgm:spPr/>
      <dgm:t>
        <a:bodyPr/>
        <a:lstStyle/>
        <a:p>
          <a:r>
            <a:rPr lang="en-US"/>
            <a:t>Monitor SMTP traffic for anomalies</a:t>
          </a:r>
        </a:p>
      </dgm:t>
    </dgm:pt>
    <dgm:pt modelId="{E8977094-1A6C-493B-8B1E-639F2D56BA84}" type="parTrans" cxnId="{9964F066-D33E-4115-8EBB-2AEC4F25C50B}">
      <dgm:prSet/>
      <dgm:spPr/>
      <dgm:t>
        <a:bodyPr/>
        <a:lstStyle/>
        <a:p>
          <a:endParaRPr lang="en-US"/>
        </a:p>
      </dgm:t>
    </dgm:pt>
    <dgm:pt modelId="{ECE1B236-05C2-4A66-B871-DC9821B69278}" type="sibTrans" cxnId="{9964F066-D33E-4115-8EBB-2AEC4F25C50B}">
      <dgm:prSet/>
      <dgm:spPr/>
      <dgm:t>
        <a:bodyPr/>
        <a:lstStyle/>
        <a:p>
          <a:endParaRPr lang="en-US"/>
        </a:p>
      </dgm:t>
    </dgm:pt>
    <dgm:pt modelId="{A63F7BD4-4BCF-497B-8379-1CF95F68D206}">
      <dgm:prSet/>
      <dgm:spPr/>
      <dgm:t>
        <a:bodyPr/>
        <a:lstStyle/>
        <a:p>
          <a:r>
            <a:rPr lang="en-US"/>
            <a:t>Enforce encryption key management policies</a:t>
          </a:r>
        </a:p>
      </dgm:t>
    </dgm:pt>
    <dgm:pt modelId="{A73BD1E4-392A-4427-A231-999D59E247E0}" type="parTrans" cxnId="{51F5F7B3-AB42-446D-BF73-501AE3D92771}">
      <dgm:prSet/>
      <dgm:spPr/>
      <dgm:t>
        <a:bodyPr/>
        <a:lstStyle/>
        <a:p>
          <a:endParaRPr lang="en-US"/>
        </a:p>
      </dgm:t>
    </dgm:pt>
    <dgm:pt modelId="{4FD66E69-AB16-4EC9-B031-6123A7D47C3B}" type="sibTrans" cxnId="{51F5F7B3-AB42-446D-BF73-501AE3D92771}">
      <dgm:prSet/>
      <dgm:spPr/>
      <dgm:t>
        <a:bodyPr/>
        <a:lstStyle/>
        <a:p>
          <a:endParaRPr lang="en-US"/>
        </a:p>
      </dgm:t>
    </dgm:pt>
    <dgm:pt modelId="{9A4E64F6-44E2-44ED-9FA7-7521B46F4D6A}">
      <dgm:prSet/>
      <dgm:spPr/>
      <dgm:t>
        <a:bodyPr/>
        <a:lstStyle/>
        <a:p>
          <a:r>
            <a:rPr lang="en-US" b="1"/>
            <a:t>Reflection</a:t>
          </a:r>
          <a:endParaRPr lang="en-US"/>
        </a:p>
      </dgm:t>
    </dgm:pt>
    <dgm:pt modelId="{29BD53E7-0A2E-43C8-BAF0-E87483B45EE4}" type="parTrans" cxnId="{CF6C6A41-F35D-4D69-B0DD-7A394D18EB34}">
      <dgm:prSet/>
      <dgm:spPr/>
      <dgm:t>
        <a:bodyPr/>
        <a:lstStyle/>
        <a:p>
          <a:endParaRPr lang="en-US"/>
        </a:p>
      </dgm:t>
    </dgm:pt>
    <dgm:pt modelId="{4396723F-1824-4D6A-8124-C3C349CE73A3}" type="sibTrans" cxnId="{CF6C6A41-F35D-4D69-B0DD-7A394D18EB34}">
      <dgm:prSet/>
      <dgm:spPr/>
      <dgm:t>
        <a:bodyPr/>
        <a:lstStyle/>
        <a:p>
          <a:endParaRPr lang="en-US"/>
        </a:p>
      </dgm:t>
    </dgm:pt>
    <dgm:pt modelId="{03CD5625-0F5E-4394-A976-876A27DE387C}">
      <dgm:prSet/>
      <dgm:spPr/>
      <dgm:t>
        <a:bodyPr/>
        <a:lstStyle/>
        <a:p>
          <a:r>
            <a:rPr lang="en-US"/>
            <a:t>Enhanced understanding of evidence integrity &amp; chain of custody</a:t>
          </a:r>
        </a:p>
      </dgm:t>
    </dgm:pt>
    <dgm:pt modelId="{2C0E1826-5D47-42A2-9159-BC04730839AA}" type="parTrans" cxnId="{10D70AE0-BCCD-4E44-97B7-D2CFA0189858}">
      <dgm:prSet/>
      <dgm:spPr/>
      <dgm:t>
        <a:bodyPr/>
        <a:lstStyle/>
        <a:p>
          <a:endParaRPr lang="en-US"/>
        </a:p>
      </dgm:t>
    </dgm:pt>
    <dgm:pt modelId="{115C0024-5E85-4F31-A816-27F732875A38}" type="sibTrans" cxnId="{10D70AE0-BCCD-4E44-97B7-D2CFA0189858}">
      <dgm:prSet/>
      <dgm:spPr/>
      <dgm:t>
        <a:bodyPr/>
        <a:lstStyle/>
        <a:p>
          <a:endParaRPr lang="en-US"/>
        </a:p>
      </dgm:t>
    </dgm:pt>
    <dgm:pt modelId="{5EF16FEA-9001-4A7D-AF95-8F0D30CF38DB}">
      <dgm:prSet/>
      <dgm:spPr/>
      <dgm:t>
        <a:bodyPr/>
        <a:lstStyle/>
        <a:p>
          <a:r>
            <a:rPr lang="en-US"/>
            <a:t>Learned practical forensic imaging and analysis (FTK, Volatility, Wireshark)</a:t>
          </a:r>
        </a:p>
      </dgm:t>
    </dgm:pt>
    <dgm:pt modelId="{1C8A591A-D133-4C87-A857-563BAEDDD937}" type="parTrans" cxnId="{CBDCB03C-438E-4432-9519-668F67C5DE64}">
      <dgm:prSet/>
      <dgm:spPr/>
      <dgm:t>
        <a:bodyPr/>
        <a:lstStyle/>
        <a:p>
          <a:endParaRPr lang="en-US"/>
        </a:p>
      </dgm:t>
    </dgm:pt>
    <dgm:pt modelId="{12F348EC-0812-4A16-A161-247ADE2162E8}" type="sibTrans" cxnId="{CBDCB03C-438E-4432-9519-668F67C5DE64}">
      <dgm:prSet/>
      <dgm:spPr/>
      <dgm:t>
        <a:bodyPr/>
        <a:lstStyle/>
        <a:p>
          <a:endParaRPr lang="en-US"/>
        </a:p>
      </dgm:t>
    </dgm:pt>
    <dgm:pt modelId="{1F84CD2E-672B-4DFA-A1D0-18865D6A2B5F}">
      <dgm:prSet/>
      <dgm:spPr/>
      <dgm:t>
        <a:bodyPr/>
        <a:lstStyle/>
        <a:p>
          <a:r>
            <a:rPr lang="en-US"/>
            <a:t>Challenge: Correlating timestamps and encrypted traffic manually</a:t>
          </a:r>
        </a:p>
      </dgm:t>
    </dgm:pt>
    <dgm:pt modelId="{FE4A05C9-B5FF-432D-A01A-E655FC9FF5A0}" type="parTrans" cxnId="{6A444BB1-DA61-4760-9965-042914456033}">
      <dgm:prSet/>
      <dgm:spPr/>
      <dgm:t>
        <a:bodyPr/>
        <a:lstStyle/>
        <a:p>
          <a:endParaRPr lang="en-US"/>
        </a:p>
      </dgm:t>
    </dgm:pt>
    <dgm:pt modelId="{3D5BC381-67BE-4446-99F1-2C422F5D16D4}" type="sibTrans" cxnId="{6A444BB1-DA61-4760-9965-042914456033}">
      <dgm:prSet/>
      <dgm:spPr/>
      <dgm:t>
        <a:bodyPr/>
        <a:lstStyle/>
        <a:p>
          <a:endParaRPr lang="en-US"/>
        </a:p>
      </dgm:t>
    </dgm:pt>
    <dgm:pt modelId="{C0960FC3-6F0D-472D-8D17-C9BA9DDEC59C}" type="pres">
      <dgm:prSet presAssocID="{68BA7858-A44D-4B1A-8257-C60ABE5C4501}" presName="linear" presStyleCnt="0">
        <dgm:presLayoutVars>
          <dgm:animLvl val="lvl"/>
          <dgm:resizeHandles val="exact"/>
        </dgm:presLayoutVars>
      </dgm:prSet>
      <dgm:spPr/>
    </dgm:pt>
    <dgm:pt modelId="{763825FD-AC25-45E2-984A-86682AC1E4D1}" type="pres">
      <dgm:prSet presAssocID="{9B90C960-8B2B-41CB-99D9-B40338F4F5C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48334D1-30FC-475C-8DC2-504EDE300EFD}" type="pres">
      <dgm:prSet presAssocID="{9B90C960-8B2B-41CB-99D9-B40338F4F5CD}" presName="childText" presStyleLbl="revTx" presStyleIdx="0" presStyleCnt="2">
        <dgm:presLayoutVars>
          <dgm:bulletEnabled val="1"/>
        </dgm:presLayoutVars>
      </dgm:prSet>
      <dgm:spPr/>
    </dgm:pt>
    <dgm:pt modelId="{51323214-4E1F-4069-BE70-F15D9F696C44}" type="pres">
      <dgm:prSet presAssocID="{9A4E64F6-44E2-44ED-9FA7-7521B46F4D6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80DD70F-0878-4EAE-8A44-C5914676FE2C}" type="pres">
      <dgm:prSet presAssocID="{9A4E64F6-44E2-44ED-9FA7-7521B46F4D6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ABAD601-5791-4BF5-8E11-987DE25B6CA2}" srcId="{9B90C960-8B2B-41CB-99D9-B40338F4F5CD}" destId="{532601EC-0411-4E56-A140-DC74C818E85A}" srcOrd="2" destOrd="0" parTransId="{BC69FE94-9498-4D2F-AC84-7A5479A64489}" sibTransId="{30D54125-344F-47BA-9685-E5A5DF62AC1A}"/>
    <dgm:cxn modelId="{FFF39817-0EBC-4221-8E46-610FA4DD9FDB}" type="presOf" srcId="{68BA7858-A44D-4B1A-8257-C60ABE5C4501}" destId="{C0960FC3-6F0D-472D-8D17-C9BA9DDEC59C}" srcOrd="0" destOrd="0" presId="urn:microsoft.com/office/officeart/2005/8/layout/vList2"/>
    <dgm:cxn modelId="{3FCB7022-B77B-4F9D-98B2-2177463BF88F}" type="presOf" srcId="{E0818EB4-4783-437C-95A3-586C138437B9}" destId="{948334D1-30FC-475C-8DC2-504EDE300EFD}" srcOrd="0" destOrd="1" presId="urn:microsoft.com/office/officeart/2005/8/layout/vList2"/>
    <dgm:cxn modelId="{CBDCB03C-438E-4432-9519-668F67C5DE64}" srcId="{9A4E64F6-44E2-44ED-9FA7-7521B46F4D6A}" destId="{5EF16FEA-9001-4A7D-AF95-8F0D30CF38DB}" srcOrd="1" destOrd="0" parTransId="{1C8A591A-D133-4C87-A857-563BAEDDD937}" sibTransId="{12F348EC-0812-4A16-A161-247ADE2162E8}"/>
    <dgm:cxn modelId="{CF6C6A41-F35D-4D69-B0DD-7A394D18EB34}" srcId="{68BA7858-A44D-4B1A-8257-C60ABE5C4501}" destId="{9A4E64F6-44E2-44ED-9FA7-7521B46F4D6A}" srcOrd="1" destOrd="0" parTransId="{29BD53E7-0A2E-43C8-BAF0-E87483B45EE4}" sibTransId="{4396723F-1824-4D6A-8124-C3C349CE73A3}"/>
    <dgm:cxn modelId="{9964F066-D33E-4115-8EBB-2AEC4F25C50B}" srcId="{9B90C960-8B2B-41CB-99D9-B40338F4F5CD}" destId="{2F77D432-0337-418A-BC8F-04E13CE62204}" srcOrd="3" destOrd="0" parTransId="{E8977094-1A6C-493B-8B1E-639F2D56BA84}" sibTransId="{ECE1B236-05C2-4A66-B871-DC9821B69278}"/>
    <dgm:cxn modelId="{C2E97A47-1F03-4EFA-A300-E70A6AC60F84}" type="presOf" srcId="{2F77D432-0337-418A-BC8F-04E13CE62204}" destId="{948334D1-30FC-475C-8DC2-504EDE300EFD}" srcOrd="0" destOrd="3" presId="urn:microsoft.com/office/officeart/2005/8/layout/vList2"/>
    <dgm:cxn modelId="{FC1E2168-6B72-400F-BA06-08DA2424E6F1}" type="presOf" srcId="{E7D6921F-064A-408F-A8F5-3C50C588F827}" destId="{948334D1-30FC-475C-8DC2-504EDE300EFD}" srcOrd="0" destOrd="0" presId="urn:microsoft.com/office/officeart/2005/8/layout/vList2"/>
    <dgm:cxn modelId="{36A11C4C-218F-4FD4-991C-1629B3CE0D10}" type="presOf" srcId="{1F84CD2E-672B-4DFA-A1D0-18865D6A2B5F}" destId="{680DD70F-0878-4EAE-8A44-C5914676FE2C}" srcOrd="0" destOrd="2" presId="urn:microsoft.com/office/officeart/2005/8/layout/vList2"/>
    <dgm:cxn modelId="{B10EF470-622C-472D-B6A7-76DF19845603}" srcId="{68BA7858-A44D-4B1A-8257-C60ABE5C4501}" destId="{9B90C960-8B2B-41CB-99D9-B40338F4F5CD}" srcOrd="0" destOrd="0" parTransId="{C98A85FA-4B5A-457C-B47A-E6A33B151315}" sibTransId="{7958ADD5-7667-4DCD-8169-608D527E7C2D}"/>
    <dgm:cxn modelId="{E61BF551-CB58-4923-8A84-A8E5CFB35C05}" type="presOf" srcId="{A63F7BD4-4BCF-497B-8379-1CF95F68D206}" destId="{948334D1-30FC-475C-8DC2-504EDE300EFD}" srcOrd="0" destOrd="4" presId="urn:microsoft.com/office/officeart/2005/8/layout/vList2"/>
    <dgm:cxn modelId="{590B5673-E1E7-4AD6-AE01-0DEFC92E12AD}" type="presOf" srcId="{532601EC-0411-4E56-A140-DC74C818E85A}" destId="{948334D1-30FC-475C-8DC2-504EDE300EFD}" srcOrd="0" destOrd="2" presId="urn:microsoft.com/office/officeart/2005/8/layout/vList2"/>
    <dgm:cxn modelId="{96CAF57F-C84C-4640-90B0-55415E443820}" type="presOf" srcId="{5EF16FEA-9001-4A7D-AF95-8F0D30CF38DB}" destId="{680DD70F-0878-4EAE-8A44-C5914676FE2C}" srcOrd="0" destOrd="1" presId="urn:microsoft.com/office/officeart/2005/8/layout/vList2"/>
    <dgm:cxn modelId="{532F11AE-55E0-44E0-A745-EED6670C057B}" type="presOf" srcId="{03CD5625-0F5E-4394-A976-876A27DE387C}" destId="{680DD70F-0878-4EAE-8A44-C5914676FE2C}" srcOrd="0" destOrd="0" presId="urn:microsoft.com/office/officeart/2005/8/layout/vList2"/>
    <dgm:cxn modelId="{6A444BB1-DA61-4760-9965-042914456033}" srcId="{9A4E64F6-44E2-44ED-9FA7-7521B46F4D6A}" destId="{1F84CD2E-672B-4DFA-A1D0-18865D6A2B5F}" srcOrd="2" destOrd="0" parTransId="{FE4A05C9-B5FF-432D-A01A-E655FC9FF5A0}" sibTransId="{3D5BC381-67BE-4446-99F1-2C422F5D16D4}"/>
    <dgm:cxn modelId="{51F5F7B3-AB42-446D-BF73-501AE3D92771}" srcId="{9B90C960-8B2B-41CB-99D9-B40338F4F5CD}" destId="{A63F7BD4-4BCF-497B-8379-1CF95F68D206}" srcOrd="4" destOrd="0" parTransId="{A73BD1E4-392A-4427-A231-999D59E247E0}" sibTransId="{4FD66E69-AB16-4EC9-B031-6123A7D47C3B}"/>
    <dgm:cxn modelId="{ABDFD4C2-3B94-44FA-A06B-8D5EA51E81DE}" type="presOf" srcId="{9A4E64F6-44E2-44ED-9FA7-7521B46F4D6A}" destId="{51323214-4E1F-4069-BE70-F15D9F696C44}" srcOrd="0" destOrd="0" presId="urn:microsoft.com/office/officeart/2005/8/layout/vList2"/>
    <dgm:cxn modelId="{10D70AE0-BCCD-4E44-97B7-D2CFA0189858}" srcId="{9A4E64F6-44E2-44ED-9FA7-7521B46F4D6A}" destId="{03CD5625-0F5E-4394-A976-876A27DE387C}" srcOrd="0" destOrd="0" parTransId="{2C0E1826-5D47-42A2-9159-BC04730839AA}" sibTransId="{115C0024-5E85-4F31-A816-27F732875A38}"/>
    <dgm:cxn modelId="{F74FFCE7-9300-4FAB-9ABA-71C9E9043053}" type="presOf" srcId="{9B90C960-8B2B-41CB-99D9-B40338F4F5CD}" destId="{763825FD-AC25-45E2-984A-86682AC1E4D1}" srcOrd="0" destOrd="0" presId="urn:microsoft.com/office/officeart/2005/8/layout/vList2"/>
    <dgm:cxn modelId="{9A0276EB-94A5-4834-93C0-AACEECE7758B}" srcId="{9B90C960-8B2B-41CB-99D9-B40338F4F5CD}" destId="{E0818EB4-4783-437C-95A3-586C138437B9}" srcOrd="1" destOrd="0" parTransId="{19EFC9C3-7EAD-40EB-BD4D-C913EC7C786C}" sibTransId="{DB05B697-97A2-490A-8C58-01BAEEE0F4F6}"/>
    <dgm:cxn modelId="{5CFC1EF7-1FBD-44DA-93B0-2CFB7D9FD8C6}" srcId="{9B90C960-8B2B-41CB-99D9-B40338F4F5CD}" destId="{E7D6921F-064A-408F-A8F5-3C50C588F827}" srcOrd="0" destOrd="0" parTransId="{16E2BFE2-CDF0-4F54-8645-D227651E959D}" sibTransId="{2D5A1D68-BAF2-41C6-9AA4-72C69607B255}"/>
    <dgm:cxn modelId="{B82BB8BB-769C-40C4-B50D-3EC6CE2C8920}" type="presParOf" srcId="{C0960FC3-6F0D-472D-8D17-C9BA9DDEC59C}" destId="{763825FD-AC25-45E2-984A-86682AC1E4D1}" srcOrd="0" destOrd="0" presId="urn:microsoft.com/office/officeart/2005/8/layout/vList2"/>
    <dgm:cxn modelId="{2568A939-8DAE-49A1-8556-041D62994842}" type="presParOf" srcId="{C0960FC3-6F0D-472D-8D17-C9BA9DDEC59C}" destId="{948334D1-30FC-475C-8DC2-504EDE300EFD}" srcOrd="1" destOrd="0" presId="urn:microsoft.com/office/officeart/2005/8/layout/vList2"/>
    <dgm:cxn modelId="{718962E4-8E12-4F9B-850A-B53E38A2E066}" type="presParOf" srcId="{C0960FC3-6F0D-472D-8D17-C9BA9DDEC59C}" destId="{51323214-4E1F-4069-BE70-F15D9F696C44}" srcOrd="2" destOrd="0" presId="urn:microsoft.com/office/officeart/2005/8/layout/vList2"/>
    <dgm:cxn modelId="{2ED2CB89-F305-4FD7-883D-17F482F47D63}" type="presParOf" srcId="{C0960FC3-6F0D-472D-8D17-C9BA9DDEC59C}" destId="{680DD70F-0878-4EAE-8A44-C5914676FE2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CD86F-EC22-4DF8-9E86-3EC7AEBE01E0}">
      <dsp:nvSpPr>
        <dsp:cNvPr id="0" name=""/>
        <dsp:cNvSpPr/>
      </dsp:nvSpPr>
      <dsp:spPr>
        <a:xfrm>
          <a:off x="0" y="6697"/>
          <a:ext cx="3001934" cy="18011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Disk Analysis:</a:t>
          </a:r>
          <a:endParaRPr lang="en-US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FTK Imager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Autopsy</a:t>
          </a:r>
        </a:p>
      </dsp:txBody>
      <dsp:txXfrm>
        <a:off x="0" y="6697"/>
        <a:ext cx="3001934" cy="1801160"/>
      </dsp:txXfrm>
    </dsp:sp>
    <dsp:sp modelId="{2DB6EE14-DD88-4325-B6F2-7F75A6DCFB3B}">
      <dsp:nvSpPr>
        <dsp:cNvPr id="0" name=""/>
        <dsp:cNvSpPr/>
      </dsp:nvSpPr>
      <dsp:spPr>
        <a:xfrm>
          <a:off x="3302127" y="6697"/>
          <a:ext cx="3001934" cy="18011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Memory Analysis</a:t>
          </a:r>
          <a:endParaRPr lang="en-US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Volatility</a:t>
          </a:r>
        </a:p>
      </dsp:txBody>
      <dsp:txXfrm>
        <a:off x="3302127" y="6697"/>
        <a:ext cx="3001934" cy="1801160"/>
      </dsp:txXfrm>
    </dsp:sp>
    <dsp:sp modelId="{5E8C8812-6239-4D01-ADA3-C63822C96812}">
      <dsp:nvSpPr>
        <dsp:cNvPr id="0" name=""/>
        <dsp:cNvSpPr/>
      </dsp:nvSpPr>
      <dsp:spPr>
        <a:xfrm>
          <a:off x="6604254" y="6697"/>
          <a:ext cx="3001934" cy="18011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Network Analysis:</a:t>
          </a:r>
          <a:endParaRPr lang="en-US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Wireshark</a:t>
          </a:r>
        </a:p>
      </dsp:txBody>
      <dsp:txXfrm>
        <a:off x="6604254" y="6697"/>
        <a:ext cx="3001934" cy="1801160"/>
      </dsp:txXfrm>
    </dsp:sp>
    <dsp:sp modelId="{A4493524-61BC-4EF9-B3AE-B45A6EA42035}">
      <dsp:nvSpPr>
        <dsp:cNvPr id="0" name=""/>
        <dsp:cNvSpPr/>
      </dsp:nvSpPr>
      <dsp:spPr>
        <a:xfrm>
          <a:off x="1651063" y="2108051"/>
          <a:ext cx="3001934" cy="18011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Integrity Verification:</a:t>
          </a:r>
          <a:endParaRPr lang="en-US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MD5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/>
            <a:t>SHA1 hashes</a:t>
          </a:r>
          <a:endParaRPr lang="en-US" sz="2100" kern="1200" dirty="0"/>
        </a:p>
      </dsp:txBody>
      <dsp:txXfrm>
        <a:off x="1651063" y="2108051"/>
        <a:ext cx="3001934" cy="1801160"/>
      </dsp:txXfrm>
    </dsp:sp>
    <dsp:sp modelId="{06EB77FC-95D2-4633-9BC0-0B99E4AE0591}">
      <dsp:nvSpPr>
        <dsp:cNvPr id="0" name=""/>
        <dsp:cNvSpPr/>
      </dsp:nvSpPr>
      <dsp:spPr>
        <a:xfrm>
          <a:off x="4953191" y="2108051"/>
          <a:ext cx="3001934" cy="18011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Mounting Tools:</a:t>
          </a:r>
          <a:endParaRPr lang="en-US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 err="1"/>
            <a:t>Ewf</a:t>
          </a:r>
          <a:r>
            <a:rPr lang="en-US" sz="2100" kern="1200" dirty="0"/>
            <a:t>-tools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Loop devices</a:t>
          </a:r>
        </a:p>
      </dsp:txBody>
      <dsp:txXfrm>
        <a:off x="4953191" y="2108051"/>
        <a:ext cx="3001934" cy="18011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A10246-8BF7-484E-AED8-2238C4AE2DEE}">
      <dsp:nvSpPr>
        <dsp:cNvPr id="0" name=""/>
        <dsp:cNvSpPr/>
      </dsp:nvSpPr>
      <dsp:spPr>
        <a:xfrm>
          <a:off x="4115" y="509316"/>
          <a:ext cx="2474504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Who:</a:t>
          </a:r>
          <a:endParaRPr lang="en-US" sz="2800" kern="1200" dirty="0"/>
        </a:p>
      </dsp:txBody>
      <dsp:txXfrm>
        <a:off x="4115" y="509316"/>
        <a:ext cx="2474504" cy="806400"/>
      </dsp:txXfrm>
    </dsp:sp>
    <dsp:sp modelId="{6625363B-E173-4CBF-A50C-DB3A4E0FE212}">
      <dsp:nvSpPr>
        <dsp:cNvPr id="0" name=""/>
        <dsp:cNvSpPr/>
      </dsp:nvSpPr>
      <dsp:spPr>
        <a:xfrm>
          <a:off x="4115" y="1315716"/>
          <a:ext cx="2474504" cy="19599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Jo Smith</a:t>
          </a:r>
        </a:p>
      </dsp:txBody>
      <dsp:txXfrm>
        <a:off x="4115" y="1315716"/>
        <a:ext cx="2474504" cy="1959930"/>
      </dsp:txXfrm>
    </dsp:sp>
    <dsp:sp modelId="{39D57DCD-4668-4961-900C-3B3882ECECA3}">
      <dsp:nvSpPr>
        <dsp:cNvPr id="0" name=""/>
        <dsp:cNvSpPr/>
      </dsp:nvSpPr>
      <dsp:spPr>
        <a:xfrm>
          <a:off x="2825050" y="509316"/>
          <a:ext cx="2474504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What:</a:t>
          </a:r>
          <a:endParaRPr lang="en-US" sz="2800" kern="1200" dirty="0"/>
        </a:p>
      </dsp:txBody>
      <dsp:txXfrm>
        <a:off x="2825050" y="509316"/>
        <a:ext cx="2474504" cy="806400"/>
      </dsp:txXfrm>
    </dsp:sp>
    <dsp:sp modelId="{867BAD80-1104-495B-BC6E-90D1EBE02868}">
      <dsp:nvSpPr>
        <dsp:cNvPr id="0" name=""/>
        <dsp:cNvSpPr/>
      </dsp:nvSpPr>
      <dsp:spPr>
        <a:xfrm>
          <a:off x="2825050" y="1315716"/>
          <a:ext cx="2474504" cy="19599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Confidential patent design documents</a:t>
          </a:r>
        </a:p>
      </dsp:txBody>
      <dsp:txXfrm>
        <a:off x="2825050" y="1315716"/>
        <a:ext cx="2474504" cy="1959930"/>
      </dsp:txXfrm>
    </dsp:sp>
    <dsp:sp modelId="{8B7747A8-0911-4ACD-B9DF-A682D2081EC2}">
      <dsp:nvSpPr>
        <dsp:cNvPr id="0" name=""/>
        <dsp:cNvSpPr/>
      </dsp:nvSpPr>
      <dsp:spPr>
        <a:xfrm>
          <a:off x="5645984" y="509316"/>
          <a:ext cx="2474504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When:</a:t>
          </a:r>
          <a:endParaRPr lang="en-US" sz="2800" kern="1200" dirty="0"/>
        </a:p>
      </dsp:txBody>
      <dsp:txXfrm>
        <a:off x="5645984" y="509316"/>
        <a:ext cx="2474504" cy="806400"/>
      </dsp:txXfrm>
    </dsp:sp>
    <dsp:sp modelId="{5C08529D-02E3-46D6-BC6D-3B852266C169}">
      <dsp:nvSpPr>
        <dsp:cNvPr id="0" name=""/>
        <dsp:cNvSpPr/>
      </dsp:nvSpPr>
      <dsp:spPr>
        <a:xfrm>
          <a:off x="5645984" y="1315716"/>
          <a:ext cx="2474504" cy="19599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Dec 10, 2009 (~03:09 UTC)</a:t>
          </a:r>
        </a:p>
      </dsp:txBody>
      <dsp:txXfrm>
        <a:off x="5645984" y="1315716"/>
        <a:ext cx="2474504" cy="1959930"/>
      </dsp:txXfrm>
    </dsp:sp>
    <dsp:sp modelId="{26A86150-38D8-4B39-9EAB-E7ADCF30E528}">
      <dsp:nvSpPr>
        <dsp:cNvPr id="0" name=""/>
        <dsp:cNvSpPr/>
      </dsp:nvSpPr>
      <dsp:spPr>
        <a:xfrm>
          <a:off x="8466919" y="509316"/>
          <a:ext cx="2474504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How:</a:t>
          </a:r>
          <a:endParaRPr lang="en-US" sz="2800" kern="1200" dirty="0"/>
        </a:p>
      </dsp:txBody>
      <dsp:txXfrm>
        <a:off x="8466919" y="509316"/>
        <a:ext cx="2474504" cy="806400"/>
      </dsp:txXfrm>
    </dsp:sp>
    <dsp:sp modelId="{9938A97D-D130-4203-87F7-44FFFDBF7ABC}">
      <dsp:nvSpPr>
        <dsp:cNvPr id="0" name=""/>
        <dsp:cNvSpPr/>
      </dsp:nvSpPr>
      <dsp:spPr>
        <a:xfrm>
          <a:off x="8466919" y="1315716"/>
          <a:ext cx="2474504" cy="19599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Email (SMTP, encrypted payload)</a:t>
          </a:r>
        </a:p>
      </dsp:txBody>
      <dsp:txXfrm>
        <a:off x="8466919" y="1315716"/>
        <a:ext cx="2474504" cy="1959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825FD-AC25-45E2-984A-86682AC1E4D1}">
      <dsp:nvSpPr>
        <dsp:cNvPr id="0" name=""/>
        <dsp:cNvSpPr/>
      </dsp:nvSpPr>
      <dsp:spPr>
        <a:xfrm>
          <a:off x="0" y="51481"/>
          <a:ext cx="10711543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Recommendations</a:t>
          </a:r>
          <a:endParaRPr lang="en-US" sz="3500" kern="1200"/>
        </a:p>
      </dsp:txBody>
      <dsp:txXfrm>
        <a:off x="40980" y="92461"/>
        <a:ext cx="10629583" cy="757514"/>
      </dsp:txXfrm>
    </dsp:sp>
    <dsp:sp modelId="{948334D1-30FC-475C-8DC2-504EDE300EFD}">
      <dsp:nvSpPr>
        <dsp:cNvPr id="0" name=""/>
        <dsp:cNvSpPr/>
      </dsp:nvSpPr>
      <dsp:spPr>
        <a:xfrm>
          <a:off x="0" y="890955"/>
          <a:ext cx="10711543" cy="231840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0091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Implement Data Loss Prevention (DLP) tools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Restrict access to sensitive folders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Audit email attachments for confidential data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Monitor SMTP traffic for anomalies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Enforce encryption key management policies</a:t>
          </a:r>
        </a:p>
      </dsp:txBody>
      <dsp:txXfrm>
        <a:off x="0" y="890955"/>
        <a:ext cx="10711543" cy="2318400"/>
      </dsp:txXfrm>
    </dsp:sp>
    <dsp:sp modelId="{51323214-4E1F-4069-BE70-F15D9F696C44}">
      <dsp:nvSpPr>
        <dsp:cNvPr id="0" name=""/>
        <dsp:cNvSpPr/>
      </dsp:nvSpPr>
      <dsp:spPr>
        <a:xfrm>
          <a:off x="0" y="3209356"/>
          <a:ext cx="10711543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Reflection</a:t>
          </a:r>
          <a:endParaRPr lang="en-US" sz="3500" kern="1200"/>
        </a:p>
      </dsp:txBody>
      <dsp:txXfrm>
        <a:off x="40980" y="3250336"/>
        <a:ext cx="10629583" cy="757514"/>
      </dsp:txXfrm>
    </dsp:sp>
    <dsp:sp modelId="{680DD70F-0878-4EAE-8A44-C5914676FE2C}">
      <dsp:nvSpPr>
        <dsp:cNvPr id="0" name=""/>
        <dsp:cNvSpPr/>
      </dsp:nvSpPr>
      <dsp:spPr>
        <a:xfrm>
          <a:off x="0" y="4048831"/>
          <a:ext cx="10711543" cy="1775025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0091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Enhanced understanding of evidence integrity &amp; chain of custody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Learned practical forensic imaging and analysis (FTK, Volatility, Wireshark)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Challenge: Correlating timestamps and encrypted traffic manually</a:t>
          </a:r>
        </a:p>
      </dsp:txBody>
      <dsp:txXfrm>
        <a:off x="0" y="4048831"/>
        <a:ext cx="10711543" cy="17750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76038-43C0-4F5C-9A96-F5CBF300DF4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0A7E8-459E-41FD-BDAA-F3EA2B13F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7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70A7E8-459E-41FD-BDAA-F3EA2B13FD1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57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D1D0D-FA99-46F0-96DD-02A2E91FF83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54665-13D8-405F-9F8C-40A77E024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72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D1D0D-FA99-46F0-96DD-02A2E91FF83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54665-13D8-405F-9F8C-40A77E024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26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1D1D0D-FA99-46F0-96DD-02A2E91FF83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454665-13D8-405F-9F8C-40A77E024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65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D1D0D-FA99-46F0-96DD-02A2E91FF83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54665-13D8-405F-9F8C-40A77E024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51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D1D0D-FA99-46F0-96DD-02A2E91FF83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54665-13D8-405F-9F8C-40A77E024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1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D1D0D-FA99-46F0-96DD-02A2E91FF83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54665-13D8-405F-9F8C-40A77E024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39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D1D0D-FA99-46F0-96DD-02A2E91FF83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54665-13D8-405F-9F8C-40A77E024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006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D1D0D-FA99-46F0-96DD-02A2E91FF83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54665-13D8-405F-9F8C-40A77E024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28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D1D0D-FA99-46F0-96DD-02A2E91FF83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54665-13D8-405F-9F8C-40A77E024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8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D1D0D-FA99-46F0-96DD-02A2E91FF83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54665-13D8-405F-9F8C-40A77E024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91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A61D1D0D-FA99-46F0-96DD-02A2E91FF83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BE454665-13D8-405F-9F8C-40A77E024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2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A61D1D0D-FA99-46F0-96DD-02A2E91FF83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BE454665-13D8-405F-9F8C-40A77E024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699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865"/>
                    </a14:imgEffect>
                    <a14:imgEffect>
                      <a14:saturation sat="77000"/>
                    </a14:imgEffect>
                    <a14:imgEffect>
                      <a14:brightnessContrast bright="-18000" contrast="-6000"/>
                    </a14:imgEffect>
                  </a14:imgLayer>
                </a14:imgProps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949FF-1619-5D00-1295-359422BFE7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M57 Patents Data Leakage Investigation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925EB-61D0-3026-1D99-50A8A44C9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6251"/>
            <a:ext cx="9144000" cy="57575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Course: </a:t>
            </a:r>
            <a:r>
              <a:rPr lang="en-US" dirty="0"/>
              <a:t>GOV07020NU24 – Conduct Advanced Forensic Investigations</a:t>
            </a:r>
          </a:p>
        </p:txBody>
      </p:sp>
    </p:spTree>
    <p:extLst>
      <p:ext uri="{BB962C8B-B14F-4D97-AF65-F5344CB8AC3E}">
        <p14:creationId xmlns:p14="http://schemas.microsoft.com/office/powerpoint/2010/main" val="272193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F387E-59B4-B29D-80DA-42E54AB7B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48C8-AD22-1686-F348-36C401D98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Forensic investigation of Jo Smith’s workstation and associated evidence</a:t>
            </a:r>
          </a:p>
          <a:p>
            <a:r>
              <a:rPr lang="en-US" sz="2400" b="1" dirty="0"/>
              <a:t>Objective: </a:t>
            </a:r>
            <a:r>
              <a:rPr lang="en-US" sz="2400" dirty="0"/>
              <a:t>Identify source and method of patent data leak</a:t>
            </a:r>
          </a:p>
          <a:p>
            <a:r>
              <a:rPr lang="en-US" sz="2400" b="1" dirty="0"/>
              <a:t>Tools: </a:t>
            </a:r>
            <a:r>
              <a:rPr lang="en-US" sz="2400" dirty="0"/>
              <a:t>Autopsy, FTK Imager, Volatility, Wireshark</a:t>
            </a:r>
          </a:p>
          <a:p>
            <a:r>
              <a:rPr lang="en-US" sz="2400" b="1" dirty="0"/>
              <a:t>Finding: </a:t>
            </a:r>
            <a:r>
              <a:rPr lang="en-US" sz="2400" dirty="0"/>
              <a:t>Data exfiltration confirmed via email, not USB</a:t>
            </a:r>
          </a:p>
        </p:txBody>
      </p:sp>
    </p:spTree>
    <p:extLst>
      <p:ext uri="{BB962C8B-B14F-4D97-AF65-F5344CB8AC3E}">
        <p14:creationId xmlns:p14="http://schemas.microsoft.com/office/powerpoint/2010/main" val="377671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3279B-FFA7-299C-7372-137E4777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CF9F1-65CE-3AD4-1560-C27B14E49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9784080" cy="45621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/>
              <a:t>Purpose:</a:t>
            </a:r>
            <a:br>
              <a:rPr lang="en-US" sz="2400" dirty="0"/>
            </a:br>
            <a:r>
              <a:rPr lang="en-US" sz="2400" dirty="0"/>
              <a:t>Determine method, timeline, and extent of data leak</a:t>
            </a:r>
          </a:p>
          <a:p>
            <a:pPr>
              <a:buNone/>
            </a:pPr>
            <a:r>
              <a:rPr lang="en-US" sz="2400" b="1" dirty="0"/>
              <a:t>Evidence Sources: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jo-2009-12-10.E01 (disk)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jo-work-usb-2009-12-11.E01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jo_ram.mem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net-2009-12-10-12:00.pcap.gz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jo-email.pst</a:t>
            </a:r>
          </a:p>
          <a:p>
            <a:pPr marL="0" indent="0">
              <a:buNone/>
            </a:pPr>
            <a:r>
              <a:rPr lang="en-US" sz="2400" b="1" dirty="0"/>
              <a:t>Goals:</a:t>
            </a:r>
            <a:br>
              <a:rPr lang="en-US" sz="2400" dirty="0"/>
            </a:br>
            <a:r>
              <a:rPr lang="en-US" sz="2400" dirty="0"/>
              <a:t>Who: Jo Smith | What: Patent documents | When: Dec 10–11, 2009 | How: Email</a:t>
            </a:r>
          </a:p>
        </p:txBody>
      </p:sp>
    </p:spTree>
    <p:extLst>
      <p:ext uri="{BB962C8B-B14F-4D97-AF65-F5344CB8AC3E}">
        <p14:creationId xmlns:p14="http://schemas.microsoft.com/office/powerpoint/2010/main" val="183279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20526-878B-B85A-F73E-683D0026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Methodology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C9EC67-4DF4-02C0-2F37-8F134DD5DE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4330596"/>
              </p:ext>
            </p:extLst>
          </p:nvPr>
        </p:nvGraphicFramePr>
        <p:xfrm>
          <a:off x="1202919" y="2237015"/>
          <a:ext cx="9606189" cy="3915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8116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8986F-04F5-3B77-A1AF-A0B3B860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88" y="159731"/>
            <a:ext cx="7411241" cy="1837519"/>
          </a:xfrm>
        </p:spPr>
        <p:txBody>
          <a:bodyPr/>
          <a:lstStyle/>
          <a:p>
            <a:r>
              <a:rPr lang="en-US" dirty="0"/>
              <a:t>Evidence Handling &amp;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9CC52-30A9-02F2-40E8-A0DF43117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389" y="2161630"/>
            <a:ext cx="5696740" cy="4075884"/>
          </a:xfrm>
        </p:spPr>
        <p:txBody>
          <a:bodyPr>
            <a:normAutofit/>
          </a:bodyPr>
          <a:lstStyle/>
          <a:p>
            <a:r>
              <a:rPr lang="en-US" sz="2400" dirty="0"/>
              <a:t>Write-blockers used for forensic soundness</a:t>
            </a:r>
          </a:p>
          <a:p>
            <a:r>
              <a:rPr lang="en-US" sz="2400" dirty="0"/>
              <a:t>Hash values verified for all evidence (MD5 + SHA1)</a:t>
            </a:r>
          </a:p>
          <a:p>
            <a:r>
              <a:rPr lang="en-US" sz="2400" dirty="0"/>
              <a:t>Complete Chain of Custody maintained</a:t>
            </a:r>
          </a:p>
          <a:p>
            <a:r>
              <a:rPr lang="en-US" sz="2400" dirty="0"/>
              <a:t>Legally authorized analysis; personal data handled ethically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3F0C50-E305-DCE5-E06B-5F65414A81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460"/>
          <a:stretch>
            <a:fillRect/>
          </a:stretch>
        </p:blipFill>
        <p:spPr>
          <a:xfrm>
            <a:off x="8262257" y="128649"/>
            <a:ext cx="3929743" cy="672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752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ABB91-93BA-9CA2-A534-21EFF0B4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Verification &amp; Chain of Custody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763A5B-4E5E-1227-BB49-30AF992A74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822479"/>
              </p:ext>
            </p:extLst>
          </p:nvPr>
        </p:nvGraphicFramePr>
        <p:xfrm>
          <a:off x="0" y="2041071"/>
          <a:ext cx="12191999" cy="352697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55903">
                  <a:extLst>
                    <a:ext uri="{9D8B030D-6E8A-4147-A177-3AD203B41FA5}">
                      <a16:colId xmlns:a16="http://schemas.microsoft.com/office/drawing/2014/main" val="382452818"/>
                    </a:ext>
                  </a:extLst>
                </a:gridCol>
                <a:gridCol w="4149686">
                  <a:extLst>
                    <a:ext uri="{9D8B030D-6E8A-4147-A177-3AD203B41FA5}">
                      <a16:colId xmlns:a16="http://schemas.microsoft.com/office/drawing/2014/main" val="1987220163"/>
                    </a:ext>
                  </a:extLst>
                </a:gridCol>
                <a:gridCol w="4186410">
                  <a:extLst>
                    <a:ext uri="{9D8B030D-6E8A-4147-A177-3AD203B41FA5}">
                      <a16:colId xmlns:a16="http://schemas.microsoft.com/office/drawing/2014/main" val="1166618491"/>
                    </a:ext>
                  </a:extLst>
                </a:gridCol>
              </a:tblGrid>
              <a:tr h="4337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b="1" dirty="0">
                          <a:effectLst/>
                        </a:rPr>
                        <a:t>Evidence File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b="1" dirty="0">
                          <a:effectLst/>
                        </a:rPr>
                        <a:t>MD5 Hash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b="1" dirty="0">
                          <a:effectLst/>
                        </a:rPr>
                        <a:t>SHA1 Hash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114862269"/>
                  </a:ext>
                </a:extLst>
              </a:tr>
              <a:tr h="7732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jo-2009-12-10.E01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d1291e34f2cdcc485506c7873a3a9e93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6ab6f946ce284f48b0cb0594dc01fb813c8afd96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086751883"/>
                  </a:ext>
                </a:extLst>
              </a:tr>
              <a:tr h="7732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jo-2009-12-11.E01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f9408bfcd292a7d8d60928a42806046f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3695a795b2ae6c298a24022eaaafc24fad771b50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027066099"/>
                  </a:ext>
                </a:extLst>
              </a:tr>
              <a:tr h="7732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jo-2009-12-10.winddramimage.zip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32c39ca69f40b3a1e851644c088a7550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6c24e39fb51379b599c1b74eaa2616d4980695d2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085042443"/>
                  </a:ext>
                </a:extLst>
              </a:tr>
              <a:tr h="7732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net-2009-12-10-12:00.pcap.gz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3d172ec0abfb6758d9b2cd1ede80c618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73800ad52a5c24d728fc00166f59e9a7f073e9bf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5413338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71179E5-333C-1255-A685-3E765CCC8064}"/>
              </a:ext>
            </a:extLst>
          </p:cNvPr>
          <p:cNvSpPr txBox="1"/>
          <p:nvPr/>
        </p:nvSpPr>
        <p:spPr>
          <a:xfrm>
            <a:off x="326571" y="5657671"/>
            <a:ext cx="1157695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Custody Summary:</a:t>
            </a:r>
          </a:p>
          <a:p>
            <a:r>
              <a:rPr lang="en-US" sz="2200" dirty="0"/>
              <a:t>All evidence downloaded from </a:t>
            </a:r>
            <a:r>
              <a:rPr lang="en-US" sz="2200" dirty="0" err="1"/>
              <a:t>DigitalCorpora</a:t>
            </a:r>
            <a:r>
              <a:rPr lang="en-US" sz="2200" dirty="0"/>
              <a:t> → verified → analyzed</a:t>
            </a:r>
          </a:p>
        </p:txBody>
      </p:sp>
    </p:spTree>
    <p:extLst>
      <p:ext uri="{BB962C8B-B14F-4D97-AF65-F5344CB8AC3E}">
        <p14:creationId xmlns:p14="http://schemas.microsoft.com/office/powerpoint/2010/main" val="3239574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3B8C4-5E20-565E-D4A1-EFED635A7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Analysis (FTK Imager)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CDA8D-A2F3-D333-51FB-28E4C9C1A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122714"/>
            <a:ext cx="9784080" cy="4095206"/>
          </a:xfrm>
        </p:spPr>
        <p:txBody>
          <a:bodyPr>
            <a:normAutofit/>
          </a:bodyPr>
          <a:lstStyle/>
          <a:p>
            <a:r>
              <a:rPr lang="en-US" sz="2400" dirty="0"/>
              <a:t>Patent-related folders found: Papers1–Papers17</a:t>
            </a:r>
          </a:p>
          <a:p>
            <a:r>
              <a:rPr lang="en-US" sz="2400" dirty="0"/>
              <a:t>Recovered deleted folders – mostly empty</a:t>
            </a:r>
          </a:p>
          <a:p>
            <a:r>
              <a:rPr lang="en-US" sz="2400" dirty="0"/>
              <a:t>Registry logs show USB usage (jo-work-usb-2009-12-11.E01)</a:t>
            </a:r>
          </a:p>
          <a:p>
            <a:r>
              <a:rPr lang="en-US" sz="2400" dirty="0"/>
              <a:t>No direct patent files transferred to USB</a:t>
            </a:r>
          </a:p>
        </p:txBody>
      </p:sp>
      <p:pic>
        <p:nvPicPr>
          <p:cNvPr id="4" name="image5.png">
            <a:extLst>
              <a:ext uri="{FF2B5EF4-FFF2-40B4-BE49-F238E27FC236}">
                <a16:creationId xmlns:a16="http://schemas.microsoft.com/office/drawing/2014/main" id="{F86CEBB2-674F-842A-9580-E83FA21EC01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24543" y="4162337"/>
            <a:ext cx="5355771" cy="2687683"/>
          </a:xfrm>
          <a:prstGeom prst="rect">
            <a:avLst/>
          </a:prstGeom>
          <a:ln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F40ACC-29B4-59F7-193C-99BF468A6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62337"/>
            <a:ext cx="5478875" cy="269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57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3E02-C5F0-6137-93FD-26CC5A846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6833460" cy="1507688"/>
          </a:xfrm>
        </p:spPr>
        <p:txBody>
          <a:bodyPr/>
          <a:lstStyle/>
          <a:p>
            <a:r>
              <a:rPr lang="en-US" dirty="0"/>
              <a:t>Memory Analysis (Volatility)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80EA1-D5C4-4A63-7BAF-579FCD263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106386"/>
            <a:ext cx="6732767" cy="3984171"/>
          </a:xfrm>
        </p:spPr>
        <p:txBody>
          <a:bodyPr>
            <a:normAutofit/>
          </a:bodyPr>
          <a:lstStyle/>
          <a:p>
            <a:r>
              <a:rPr lang="en-US" sz="2400" b="1" dirty="0"/>
              <a:t>OS: </a:t>
            </a:r>
            <a:r>
              <a:rPr lang="en-US" sz="2400" dirty="0"/>
              <a:t>Windows XP SP3</a:t>
            </a:r>
          </a:p>
          <a:p>
            <a:r>
              <a:rPr lang="en-US" sz="2400" b="1" dirty="0"/>
              <a:t>Suspicious processes: </a:t>
            </a:r>
            <a:r>
              <a:rPr lang="en-US" sz="2400" dirty="0"/>
              <a:t>cmd.exe, jo.exe</a:t>
            </a:r>
          </a:p>
          <a:p>
            <a:r>
              <a:rPr lang="en-US" sz="2400" dirty="0"/>
              <a:t>Commands indicate copying data to Z:\ (USB)</a:t>
            </a:r>
          </a:p>
          <a:p>
            <a:r>
              <a:rPr lang="en-US" sz="2400" dirty="0"/>
              <a:t>Email client activity detected</a:t>
            </a:r>
          </a:p>
          <a:p>
            <a:r>
              <a:rPr lang="en-US" sz="2400" dirty="0"/>
              <a:t>Encrypted payload found in SMTP memory segment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F39C3-5C83-8C0A-E98B-98AA9DAF2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379" y="3429000"/>
            <a:ext cx="4155621" cy="32051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5C7D64-BF9A-FB32-29EC-4D68275B40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037"/>
          <a:stretch>
            <a:fillRect/>
          </a:stretch>
        </p:blipFill>
        <p:spPr>
          <a:xfrm>
            <a:off x="8036379" y="0"/>
            <a:ext cx="4155621" cy="311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254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0F4B-BEAB-F5B2-6A7B-4EE08A3F7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&amp; Communication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844287-FE81-6E73-8933-DA3A06C6D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5246867" cy="4144191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External addresses found:</a:t>
            </a:r>
          </a:p>
          <a:p>
            <a:pPr lvl="1"/>
            <a:r>
              <a:rPr lang="en-US" sz="2400" dirty="0"/>
              <a:t>gross.joshua.b@gmail.com</a:t>
            </a:r>
          </a:p>
          <a:p>
            <a:pPr lvl="1"/>
            <a:r>
              <a:rPr lang="en-US" sz="2400" dirty="0"/>
              <a:t>gross.joshua.b+job@gmail.com</a:t>
            </a:r>
          </a:p>
          <a:p>
            <a:pPr lvl="0"/>
            <a:r>
              <a:rPr lang="en-US" sz="2400" dirty="0"/>
              <a:t>SMTP packet (1518 bytes) sent from Jo’s workstation</a:t>
            </a:r>
          </a:p>
          <a:p>
            <a:pPr lvl="0"/>
            <a:r>
              <a:rPr lang="en-US" sz="2400" dirty="0"/>
              <a:t>No USB evidence, but email exfiltration confirmed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BB6347-F395-99FE-A1D0-AE9001819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540" y="1404257"/>
            <a:ext cx="5431460" cy="545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72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148E3-E79E-8B40-6EC4-8E21BC21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84176"/>
            <a:ext cx="10644099" cy="1508760"/>
          </a:xfrm>
        </p:spPr>
        <p:txBody>
          <a:bodyPr/>
          <a:lstStyle/>
          <a:p>
            <a:r>
              <a:rPr lang="en-US" dirty="0"/>
              <a:t>Network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C38AC-086E-1C9C-54B0-138813C76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011680"/>
            <a:ext cx="5417263" cy="434013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Workstation IP:</a:t>
            </a:r>
            <a:r>
              <a:rPr lang="en-US" sz="2400" dirty="0"/>
              <a:t> </a:t>
            </a:r>
          </a:p>
          <a:p>
            <a:r>
              <a:rPr lang="en-US" sz="2400" dirty="0"/>
              <a:t>192.168.1.106</a:t>
            </a:r>
          </a:p>
          <a:p>
            <a:pPr marL="0" indent="0">
              <a:buNone/>
            </a:pPr>
            <a:r>
              <a:rPr lang="en-US" sz="2400" b="1" dirty="0"/>
              <a:t>Filters Used:</a:t>
            </a:r>
            <a:endParaRPr lang="en-US" sz="2400" dirty="0"/>
          </a:p>
          <a:p>
            <a:r>
              <a:rPr lang="en-US" sz="2400" dirty="0"/>
              <a:t>HTTP uploads</a:t>
            </a:r>
          </a:p>
          <a:p>
            <a:r>
              <a:rPr lang="en-US" sz="2400" dirty="0"/>
              <a:t>SMTP/FTP traffic</a:t>
            </a:r>
          </a:p>
          <a:p>
            <a:r>
              <a:rPr lang="en-US" sz="2400" dirty="0"/>
              <a:t>Non-standard protocols</a:t>
            </a:r>
          </a:p>
          <a:p>
            <a:pPr marL="0" indent="0">
              <a:buNone/>
            </a:pPr>
            <a:r>
              <a:rPr lang="en-US" sz="2400" b="1" dirty="0"/>
              <a:t>Findings:</a:t>
            </a:r>
            <a:endParaRPr lang="en-US" sz="2400" dirty="0"/>
          </a:p>
          <a:p>
            <a:r>
              <a:rPr lang="en-US" sz="2400" dirty="0"/>
              <a:t>SMTP traffic with encrypted attachment</a:t>
            </a:r>
          </a:p>
          <a:p>
            <a:r>
              <a:rPr lang="en-US" sz="2400" dirty="0"/>
              <a:t>No large HTTP/FTP transfers → Email confirmed as vector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191AE3-DDCB-2EC1-286A-45500AE0F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162" y="0"/>
            <a:ext cx="6431837" cy="22861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8375D2-1689-CAFD-1097-A1046B850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161" y="1792936"/>
            <a:ext cx="6431839" cy="32851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E81AC9-F432-E0AA-FCF2-5B12C53C0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163" y="3585872"/>
            <a:ext cx="6431837" cy="32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31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1857-B804-A023-3239-7420D7C7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Reconstruction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86D0AF-CA51-83DA-E23A-8303CA2CB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486982"/>
              </p:ext>
            </p:extLst>
          </p:nvPr>
        </p:nvGraphicFramePr>
        <p:xfrm>
          <a:off x="0" y="2070462"/>
          <a:ext cx="12192000" cy="335062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6146456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6014682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36004990"/>
                    </a:ext>
                  </a:extLst>
                </a:gridCol>
              </a:tblGrid>
              <a:tr h="55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Date/Time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Event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Source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996108851"/>
                  </a:ext>
                </a:extLst>
              </a:tr>
              <a:tr h="55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09:12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design_spec_v2.docx opened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Disk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550991743"/>
                  </a:ext>
                </a:extLst>
              </a:tr>
              <a:tr h="55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09:12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jo.exe executed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Memory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263931517"/>
                  </a:ext>
                </a:extLst>
              </a:tr>
              <a:tr h="55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10:25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USB activity logged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Disk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55548740"/>
                  </a:ext>
                </a:extLst>
              </a:tr>
              <a:tr h="55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11:35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External email sent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Email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983170167"/>
                  </a:ext>
                </a:extLst>
              </a:tr>
              <a:tr h="558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03:09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SMTP packet sent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Network</a:t>
                      </a: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824242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BDAFF1D-E373-938A-D98A-453BEC5298C0}"/>
              </a:ext>
            </a:extLst>
          </p:cNvPr>
          <p:cNvSpPr txBox="1"/>
          <p:nvPr/>
        </p:nvSpPr>
        <p:spPr>
          <a:xfrm>
            <a:off x="1202919" y="5867230"/>
            <a:ext cx="79724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→ Data leak occurred around 03:09 UTC, Dec 10, 2009.</a:t>
            </a:r>
          </a:p>
        </p:txBody>
      </p:sp>
    </p:spTree>
    <p:extLst>
      <p:ext uri="{BB962C8B-B14F-4D97-AF65-F5344CB8AC3E}">
        <p14:creationId xmlns:p14="http://schemas.microsoft.com/office/powerpoint/2010/main" val="1461602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9699-E32E-7D60-10A7-74A7D6C2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F7BDD7-9DBD-E68A-FD73-01A4282FB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184912"/>
              </p:ext>
            </p:extLst>
          </p:nvPr>
        </p:nvGraphicFramePr>
        <p:xfrm>
          <a:off x="631418" y="2125979"/>
          <a:ext cx="10945539" cy="3784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2694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6F727-2223-C5C1-6936-9DEA8D037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B15C8-A2EE-1C18-AC96-67986A5C2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106386"/>
            <a:ext cx="9784080" cy="4111534"/>
          </a:xfrm>
        </p:spPr>
        <p:txBody>
          <a:bodyPr>
            <a:normAutofit/>
          </a:bodyPr>
          <a:lstStyle/>
          <a:p>
            <a:r>
              <a:rPr lang="en-US" sz="2400" dirty="0"/>
              <a:t>Data exfiltration confirmed via email</a:t>
            </a:r>
          </a:p>
          <a:p>
            <a:r>
              <a:rPr lang="en-US" sz="2400" dirty="0"/>
              <a:t>USB ruled out as primary method</a:t>
            </a:r>
          </a:p>
          <a:p>
            <a:r>
              <a:rPr lang="en-US" sz="2400" dirty="0"/>
              <a:t>Network artifacts support email leak</a:t>
            </a:r>
          </a:p>
          <a:p>
            <a:r>
              <a:rPr lang="en-US" sz="2400" dirty="0"/>
              <a:t>Encryption used (possible TrueCrypt involvement)</a:t>
            </a:r>
          </a:p>
        </p:txBody>
      </p:sp>
    </p:spTree>
    <p:extLst>
      <p:ext uri="{BB962C8B-B14F-4D97-AF65-F5344CB8AC3E}">
        <p14:creationId xmlns:p14="http://schemas.microsoft.com/office/powerpoint/2010/main" val="1669817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FC90E0-88F4-20B2-2AD1-4B71A0D6594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554796384"/>
              </p:ext>
            </p:extLst>
          </p:nvPr>
        </p:nvGraphicFramePr>
        <p:xfrm>
          <a:off x="636814" y="590777"/>
          <a:ext cx="10711543" cy="5875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4644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816DA0-8214-C39A-6F5F-C64A0860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2CF24-C5FB-0F1E-A0CF-2CEB73B43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420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tint val="99000"/>
                <a:shade val="96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C3935CB6-B0E3-44A7-AB37-996D901F7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119</TotalTime>
  <Words>554</Words>
  <Application>Microsoft Office PowerPoint</Application>
  <PresentationFormat>Widescreen</PresentationFormat>
  <Paragraphs>126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Corbel</vt:lpstr>
      <vt:lpstr>Wingdings</vt:lpstr>
      <vt:lpstr>Banded</vt:lpstr>
      <vt:lpstr>M57 Patents Data Leakage Investigation</vt:lpstr>
      <vt:lpstr>Executive Summary</vt:lpstr>
      <vt:lpstr>Scope &amp; Objectives</vt:lpstr>
      <vt:lpstr>Tools &amp; Methodology</vt:lpstr>
      <vt:lpstr>Evidence Handling &amp; Integrity</vt:lpstr>
      <vt:lpstr>Hash Verification &amp; Chain of Custody</vt:lpstr>
      <vt:lpstr>Disk Analysis (FTK Imager)</vt:lpstr>
      <vt:lpstr>Memory Analysis (Volatility)</vt:lpstr>
      <vt:lpstr>Email &amp; Communication Analysis</vt:lpstr>
      <vt:lpstr>Network Analysis</vt:lpstr>
      <vt:lpstr>Timeline Reconstruction</vt:lpstr>
      <vt:lpstr>Findings Summary</vt:lpstr>
      <vt:lpstr>Conclusions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Alisha Sh</dc:creator>
  <cp:lastModifiedBy>Alisha Sh</cp:lastModifiedBy>
  <cp:revision>15</cp:revision>
  <dcterms:created xsi:type="dcterms:W3CDTF">2025-11-08T08:40:15Z</dcterms:created>
  <dcterms:modified xsi:type="dcterms:W3CDTF">2025-11-08T10:39:21Z</dcterms:modified>
</cp:coreProperties>
</file>